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notesSlides/notesSlide2.xml" ContentType="application/vnd.openxmlformats-officedocument.presentationml.notesSlid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7" r:id="rId1"/>
  </p:sldMasterIdLst>
  <p:notesMasterIdLst>
    <p:notesMasterId r:id="rId21"/>
  </p:notesMasterIdLst>
  <p:handoutMasterIdLst>
    <p:handoutMasterId r:id="rId22"/>
  </p:handoutMasterIdLst>
  <p:sldIdLst>
    <p:sldId id="263" r:id="rId2"/>
    <p:sldId id="264" r:id="rId3"/>
    <p:sldId id="265" r:id="rId4"/>
    <p:sldId id="267" r:id="rId5"/>
    <p:sldId id="268" r:id="rId6"/>
    <p:sldId id="270" r:id="rId7"/>
    <p:sldId id="269" r:id="rId8"/>
    <p:sldId id="259" r:id="rId9"/>
    <p:sldId id="280" r:id="rId10"/>
    <p:sldId id="262" r:id="rId11"/>
    <p:sldId id="271" r:id="rId12"/>
    <p:sldId id="272" r:id="rId13"/>
    <p:sldId id="273" r:id="rId14"/>
    <p:sldId id="275" r:id="rId15"/>
    <p:sldId id="276" r:id="rId16"/>
    <p:sldId id="278" r:id="rId17"/>
    <p:sldId id="279" r:id="rId18"/>
    <p:sldId id="261" r:id="rId19"/>
    <p:sldId id="281" r:id="rId20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EA161F"/>
    <a:srgbClr val="999999"/>
    <a:srgbClr val="DC121C"/>
    <a:srgbClr val="E2141E"/>
    <a:srgbClr val="F69CA0"/>
    <a:srgbClr val="F3797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69012ECD-51FC-41F1-AA8D-1B2483CD663E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Keine Formatvorlage, kein Raster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012ECD-51FC-41F1-AA8D-1B2483CD663E}" styleName="Helle Formatvorlage 2 - Akz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B4B98B0-60AC-42C2-AFA5-B58CD77FA1E5}" styleName="Helle Formatvorlage 1 - Akz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1" autoAdjust="0"/>
  </p:normalViewPr>
  <p:slideViewPr>
    <p:cSldViewPr showGuides="1">
      <p:cViewPr varScale="1">
        <p:scale>
          <a:sx n="67" d="100"/>
          <a:sy n="67" d="100"/>
        </p:scale>
        <p:origin x="572" y="4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123" d="100"/>
          <a:sy n="123" d="100"/>
        </p:scale>
        <p:origin x="4896" y="11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handoutMaster" Target="handoutMasters/handoutMaster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.xlsx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.xlsx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Tabelle1!$B$1</c:f>
              <c:strCache>
                <c:ptCount val="1"/>
                <c:pt idx="0">
                  <c:v>Datenreihe 1</c:v>
                </c:pt>
              </c:strCache>
            </c:strRef>
          </c:tx>
          <c:spPr>
            <a:solidFill>
              <a:srgbClr val="EA161F">
                <a:alpha val="95000"/>
              </a:srgbClr>
            </a:solidFill>
            <a:ln>
              <a:noFill/>
            </a:ln>
            <a:effectLst/>
          </c:spPr>
          <c:invertIfNegative val="0"/>
          <c:dPt>
            <c:idx val="11"/>
            <c:invertIfNegative val="0"/>
            <c:bubble3D val="0"/>
            <c:spPr>
              <a:solidFill>
                <a:srgbClr val="EA161F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0-E3E3-4E94-B036-78E1A6981B54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3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de-DE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Tabelle1!$A$2:$A$13</c:f>
              <c:strCache>
                <c:ptCount val="12"/>
                <c:pt idx="0">
                  <c:v>A</c:v>
                </c:pt>
                <c:pt idx="1">
                  <c:v>B</c:v>
                </c:pt>
                <c:pt idx="2">
                  <c:v>C</c:v>
                </c:pt>
                <c:pt idx="3">
                  <c:v>D</c:v>
                </c:pt>
                <c:pt idx="4">
                  <c:v>E</c:v>
                </c:pt>
                <c:pt idx="5">
                  <c:v>F</c:v>
                </c:pt>
                <c:pt idx="6">
                  <c:v>G</c:v>
                </c:pt>
                <c:pt idx="7">
                  <c:v>H</c:v>
                </c:pt>
                <c:pt idx="8">
                  <c:v>I</c:v>
                </c:pt>
                <c:pt idx="9">
                  <c:v>J</c:v>
                </c:pt>
                <c:pt idx="10">
                  <c:v>K</c:v>
                </c:pt>
                <c:pt idx="11">
                  <c:v>L</c:v>
                </c:pt>
              </c:strCache>
            </c:strRef>
          </c:cat>
          <c:val>
            <c:numRef>
              <c:f>Tabelle1!$B$2:$B$13</c:f>
              <c:numCache>
                <c:formatCode>General</c:formatCode>
                <c:ptCount val="12"/>
                <c:pt idx="0">
                  <c:v>10</c:v>
                </c:pt>
                <c:pt idx="1">
                  <c:v>20</c:v>
                </c:pt>
                <c:pt idx="2">
                  <c:v>30</c:v>
                </c:pt>
                <c:pt idx="3">
                  <c:v>40</c:v>
                </c:pt>
                <c:pt idx="4">
                  <c:v>50</c:v>
                </c:pt>
                <c:pt idx="5">
                  <c:v>60</c:v>
                </c:pt>
                <c:pt idx="6">
                  <c:v>70</c:v>
                </c:pt>
                <c:pt idx="7">
                  <c:v>80</c:v>
                </c:pt>
                <c:pt idx="8">
                  <c:v>90</c:v>
                </c:pt>
                <c:pt idx="9">
                  <c:v>100</c:v>
                </c:pt>
                <c:pt idx="10">
                  <c:v>110</c:v>
                </c:pt>
                <c:pt idx="11">
                  <c:v>120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F34-4338-9251-87D90051E101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48"/>
        <c:overlap val="-27"/>
        <c:axId val="983918688"/>
        <c:axId val="983919016"/>
      </c:barChart>
      <c:catAx>
        <c:axId val="98391868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bg2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3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983919016"/>
        <c:crosses val="autoZero"/>
        <c:auto val="1"/>
        <c:lblAlgn val="ctr"/>
        <c:lblOffset val="100"/>
        <c:noMultiLvlLbl val="0"/>
      </c:catAx>
      <c:valAx>
        <c:axId val="983919016"/>
        <c:scaling>
          <c:orientation val="minMax"/>
          <c:max val="130"/>
        </c:scaling>
        <c:delete val="0"/>
        <c:axPos val="l"/>
        <c:majorGridlines>
          <c:spPr>
            <a:ln w="9525" cap="flat" cmpd="sng" algn="ctr">
              <a:solidFill>
                <a:schemeClr val="bg2"/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20" b="0" i="0" u="none" strike="noStrike" kern="1200" baseline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983918688"/>
        <c:crosses val="autoZero"/>
        <c:crossBetween val="between"/>
        <c:majorUnit val="10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de-DE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Tabelle1!$B$1</c:f>
              <c:strCache>
                <c:ptCount val="1"/>
                <c:pt idx="0">
                  <c:v>Datenreihe 1</c:v>
                </c:pt>
              </c:strCache>
            </c:strRef>
          </c:tx>
          <c:invertIfNegative val="0"/>
          <c:dPt>
            <c:idx val="0"/>
            <c:invertIfNegative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F789-4B4B-95A9-9415D40094E6}"/>
              </c:ext>
            </c:extLst>
          </c:dPt>
          <c:dPt>
            <c:idx val="1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F789-4B4B-95A9-9415D40094E6}"/>
              </c:ext>
            </c:extLst>
          </c:dPt>
          <c:dPt>
            <c:idx val="2"/>
            <c:invertIfNegative val="0"/>
            <c:bubble3D val="0"/>
            <c:spPr>
              <a:solidFill>
                <a:schemeClr val="accent3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F789-4B4B-95A9-9415D40094E6}"/>
              </c:ext>
            </c:extLst>
          </c:dPt>
          <c:dPt>
            <c:idx val="3"/>
            <c:invertIfNegative val="0"/>
            <c:bubble3D val="0"/>
            <c:spPr>
              <a:solidFill>
                <a:schemeClr val="accent4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F789-4B4B-95A9-9415D40094E6}"/>
              </c:ext>
            </c:extLst>
          </c:dPt>
          <c:dPt>
            <c:idx val="4"/>
            <c:invertIfNegative val="0"/>
            <c:bubble3D val="0"/>
            <c:spPr>
              <a:solidFill>
                <a:schemeClr val="accent5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F789-4B4B-95A9-9415D40094E6}"/>
              </c:ext>
            </c:extLst>
          </c:dPt>
          <c:dPt>
            <c:idx val="5"/>
            <c:invertIfNegative val="0"/>
            <c:bubble3D val="0"/>
            <c:spPr>
              <a:solidFill>
                <a:schemeClr val="accent6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B-F789-4B4B-95A9-9415D40094E6}"/>
              </c:ext>
            </c:extLst>
          </c:dPt>
          <c:dPt>
            <c:idx val="6"/>
            <c:invertIfNegative val="0"/>
            <c:bubble3D val="0"/>
            <c:spPr>
              <a:solidFill>
                <a:schemeClr val="accent1">
                  <a:lumMod val="6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D-F789-4B4B-95A9-9415D40094E6}"/>
              </c:ext>
            </c:extLst>
          </c:dPt>
          <c:dPt>
            <c:idx val="7"/>
            <c:invertIfNegative val="0"/>
            <c:bubble3D val="0"/>
            <c:spPr>
              <a:solidFill>
                <a:schemeClr val="accent2">
                  <a:lumMod val="6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F-F789-4B4B-95A9-9415D40094E6}"/>
              </c:ext>
            </c:extLst>
          </c:dPt>
          <c:dPt>
            <c:idx val="8"/>
            <c:invertIfNegative val="0"/>
            <c:bubble3D val="0"/>
            <c:spPr>
              <a:solidFill>
                <a:schemeClr val="accent3">
                  <a:lumMod val="6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1-F789-4B4B-95A9-9415D40094E6}"/>
              </c:ext>
            </c:extLst>
          </c:dPt>
          <c:dPt>
            <c:idx val="9"/>
            <c:invertIfNegative val="0"/>
            <c:bubble3D val="0"/>
            <c:spPr>
              <a:solidFill>
                <a:schemeClr val="accent4">
                  <a:lumMod val="6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3-F789-4B4B-95A9-9415D40094E6}"/>
              </c:ext>
            </c:extLst>
          </c:dPt>
          <c:dPt>
            <c:idx val="10"/>
            <c:invertIfNegative val="0"/>
            <c:bubble3D val="0"/>
            <c:spPr>
              <a:solidFill>
                <a:schemeClr val="accent5">
                  <a:lumMod val="6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5-F789-4B4B-95A9-9415D40094E6}"/>
              </c:ext>
            </c:extLst>
          </c:dPt>
          <c:dPt>
            <c:idx val="11"/>
            <c:invertIfNegative val="0"/>
            <c:bubble3D val="0"/>
            <c:spPr>
              <a:solidFill>
                <a:schemeClr val="accent6">
                  <a:lumMod val="6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7-F789-4B4B-95A9-9415D40094E6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3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de-DE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Tabelle1!$A$2:$A$13</c:f>
              <c:strCache>
                <c:ptCount val="12"/>
                <c:pt idx="0">
                  <c:v>A</c:v>
                </c:pt>
                <c:pt idx="1">
                  <c:v>B</c:v>
                </c:pt>
                <c:pt idx="2">
                  <c:v>C</c:v>
                </c:pt>
                <c:pt idx="3">
                  <c:v>D</c:v>
                </c:pt>
                <c:pt idx="4">
                  <c:v>E</c:v>
                </c:pt>
                <c:pt idx="5">
                  <c:v>F</c:v>
                </c:pt>
                <c:pt idx="6">
                  <c:v>G</c:v>
                </c:pt>
                <c:pt idx="7">
                  <c:v>H</c:v>
                </c:pt>
                <c:pt idx="8">
                  <c:v>I</c:v>
                </c:pt>
                <c:pt idx="9">
                  <c:v>J</c:v>
                </c:pt>
                <c:pt idx="10">
                  <c:v>K</c:v>
                </c:pt>
                <c:pt idx="11">
                  <c:v>L</c:v>
                </c:pt>
              </c:strCache>
            </c:strRef>
          </c:cat>
          <c:val>
            <c:numRef>
              <c:f>Tabelle1!$B$2:$B$13</c:f>
              <c:numCache>
                <c:formatCode>General</c:formatCode>
                <c:ptCount val="12"/>
                <c:pt idx="0">
                  <c:v>10</c:v>
                </c:pt>
                <c:pt idx="1">
                  <c:v>20</c:v>
                </c:pt>
                <c:pt idx="2">
                  <c:v>30</c:v>
                </c:pt>
                <c:pt idx="3">
                  <c:v>40</c:v>
                </c:pt>
                <c:pt idx="4">
                  <c:v>50</c:v>
                </c:pt>
                <c:pt idx="5">
                  <c:v>60</c:v>
                </c:pt>
                <c:pt idx="6">
                  <c:v>70</c:v>
                </c:pt>
                <c:pt idx="7">
                  <c:v>80</c:v>
                </c:pt>
                <c:pt idx="8">
                  <c:v>90</c:v>
                </c:pt>
                <c:pt idx="9">
                  <c:v>100</c:v>
                </c:pt>
                <c:pt idx="10">
                  <c:v>110</c:v>
                </c:pt>
                <c:pt idx="11">
                  <c:v>120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F34-4338-9251-87D90051E101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48"/>
        <c:overlap val="-27"/>
        <c:axId val="983918688"/>
        <c:axId val="983919016"/>
      </c:barChart>
      <c:catAx>
        <c:axId val="98391868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bg2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3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983919016"/>
        <c:crosses val="autoZero"/>
        <c:auto val="1"/>
        <c:lblAlgn val="ctr"/>
        <c:lblOffset val="100"/>
        <c:noMultiLvlLbl val="0"/>
      </c:catAx>
      <c:valAx>
        <c:axId val="983919016"/>
        <c:scaling>
          <c:orientation val="minMax"/>
          <c:max val="130"/>
        </c:scaling>
        <c:delete val="0"/>
        <c:axPos val="l"/>
        <c:majorGridlines>
          <c:spPr>
            <a:ln w="9525" cap="flat" cmpd="sng" algn="ctr">
              <a:solidFill>
                <a:schemeClr val="bg2"/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20" b="0" i="0" u="none" strike="noStrike" kern="1200" baseline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983918688"/>
        <c:crosses val="autoZero"/>
        <c:crossBetween val="between"/>
        <c:majorUnit val="10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de-DE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0277794752992113"/>
          <c:y val="7.045648947519129E-3"/>
          <c:w val="0.79679594372623852"/>
          <c:h val="0.98882734460067223"/>
        </c:manualLayout>
      </c:layout>
      <c:doughnutChart>
        <c:varyColors val="1"/>
        <c:ser>
          <c:idx val="0"/>
          <c:order val="0"/>
          <c:tx>
            <c:strRef>
              <c:f>Tabelle1!$B$1</c:f>
              <c:strCache>
                <c:ptCount val="1"/>
                <c:pt idx="0">
                  <c:v>Datenreihe 1</c:v>
                </c:pt>
              </c:strCache>
            </c:strRef>
          </c:tx>
          <c:spPr>
            <a:ln w="9525">
              <a:solidFill>
                <a:schemeClr val="bg1"/>
              </a:solidFill>
            </a:ln>
          </c:spPr>
          <c:dPt>
            <c:idx val="0"/>
            <c:bubble3D val="0"/>
            <c:spPr>
              <a:solidFill>
                <a:schemeClr val="accent1"/>
              </a:solidFill>
              <a:ln w="9525">
                <a:solidFill>
                  <a:schemeClr val="bg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7275-4BBF-A6C3-17CF56C14E23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9525">
                <a:solidFill>
                  <a:schemeClr val="bg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7275-4BBF-A6C3-17CF56C14E23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9525">
                <a:solidFill>
                  <a:schemeClr val="bg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7275-4BBF-A6C3-17CF56C14E23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9525">
                <a:solidFill>
                  <a:schemeClr val="bg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7275-4BBF-A6C3-17CF56C14E23}"/>
              </c:ext>
            </c:extLst>
          </c:dPt>
          <c:dPt>
            <c:idx val="4"/>
            <c:bubble3D val="0"/>
            <c:spPr>
              <a:solidFill>
                <a:schemeClr val="accent5"/>
              </a:solidFill>
              <a:ln w="9525">
                <a:solidFill>
                  <a:schemeClr val="bg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7275-4BBF-A6C3-17CF56C14E23}"/>
              </c:ext>
            </c:extLst>
          </c:dPt>
          <c:dPt>
            <c:idx val="5"/>
            <c:bubble3D val="0"/>
            <c:spPr>
              <a:solidFill>
                <a:schemeClr val="accent6"/>
              </a:solidFill>
              <a:ln w="9525">
                <a:solidFill>
                  <a:schemeClr val="bg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B-7275-4BBF-A6C3-17CF56C14E23}"/>
              </c:ext>
            </c:extLst>
          </c:dPt>
          <c:dPt>
            <c:idx val="6"/>
            <c:bubble3D val="0"/>
            <c:spPr>
              <a:solidFill>
                <a:schemeClr val="accent1">
                  <a:lumMod val="60000"/>
                </a:schemeClr>
              </a:solidFill>
              <a:ln w="9525">
                <a:solidFill>
                  <a:schemeClr val="bg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D-7275-4BBF-A6C3-17CF56C14E23}"/>
              </c:ext>
            </c:extLst>
          </c:dPt>
          <c:dPt>
            <c:idx val="7"/>
            <c:bubble3D val="0"/>
            <c:spPr>
              <a:solidFill>
                <a:schemeClr val="accent2">
                  <a:lumMod val="60000"/>
                </a:schemeClr>
              </a:solidFill>
              <a:ln w="9525">
                <a:solidFill>
                  <a:schemeClr val="bg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F-7275-4BBF-A6C3-17CF56C14E23}"/>
              </c:ext>
            </c:extLst>
          </c:dPt>
          <c:dPt>
            <c:idx val="8"/>
            <c:bubble3D val="0"/>
            <c:spPr>
              <a:solidFill>
                <a:schemeClr val="accent3">
                  <a:lumMod val="60000"/>
                </a:schemeClr>
              </a:solidFill>
              <a:ln w="9525">
                <a:solidFill>
                  <a:schemeClr val="bg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11-7275-4BBF-A6C3-17CF56C14E23}"/>
              </c:ext>
            </c:extLst>
          </c:dPt>
          <c:dPt>
            <c:idx val="9"/>
            <c:bubble3D val="0"/>
            <c:spPr>
              <a:solidFill>
                <a:schemeClr val="accent4">
                  <a:lumMod val="60000"/>
                </a:schemeClr>
              </a:solidFill>
              <a:ln w="9525">
                <a:solidFill>
                  <a:schemeClr val="bg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13-7275-4BBF-A6C3-17CF56C14E23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3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de-DE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Tabelle1!$A$2:$A$11</c:f>
              <c:strCache>
                <c:ptCount val="10"/>
                <c:pt idx="0">
                  <c:v>A</c:v>
                </c:pt>
                <c:pt idx="1">
                  <c:v>B</c:v>
                </c:pt>
                <c:pt idx="2">
                  <c:v>C</c:v>
                </c:pt>
                <c:pt idx="3">
                  <c:v>D</c:v>
                </c:pt>
                <c:pt idx="4">
                  <c:v>E</c:v>
                </c:pt>
                <c:pt idx="5">
                  <c:v>F</c:v>
                </c:pt>
                <c:pt idx="6">
                  <c:v>G</c:v>
                </c:pt>
                <c:pt idx="7">
                  <c:v>H</c:v>
                </c:pt>
                <c:pt idx="8">
                  <c:v>I</c:v>
                </c:pt>
                <c:pt idx="9">
                  <c:v>J</c:v>
                </c:pt>
              </c:strCache>
            </c:strRef>
          </c:cat>
          <c:val>
            <c:numRef>
              <c:f>Tabelle1!$B$2:$B$11</c:f>
              <c:numCache>
                <c:formatCode>General</c:formatCode>
                <c:ptCount val="10"/>
                <c:pt idx="0">
                  <c:v>20</c:v>
                </c:pt>
                <c:pt idx="1">
                  <c:v>20</c:v>
                </c:pt>
                <c:pt idx="2">
                  <c:v>30</c:v>
                </c:pt>
                <c:pt idx="3">
                  <c:v>40</c:v>
                </c:pt>
                <c:pt idx="4">
                  <c:v>50</c:v>
                </c:pt>
                <c:pt idx="5">
                  <c:v>60</c:v>
                </c:pt>
                <c:pt idx="6">
                  <c:v>70</c:v>
                </c:pt>
                <c:pt idx="7">
                  <c:v>80</c:v>
                </c:pt>
                <c:pt idx="8">
                  <c:v>90</c:v>
                </c:pt>
                <c:pt idx="9">
                  <c:v>100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F34-4338-9251-87D90051E10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0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de-DE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"/>
          <c:y val="9.1922287831910518E-2"/>
          <c:w val="0.95577380594855632"/>
          <c:h val="0.81615542433617894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Tabelle1!$A$2</c:f>
              <c:strCache>
                <c:ptCount val="1"/>
                <c:pt idx="0">
                  <c:v>Akzent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Tabelle1!$B$1</c:f>
              <c:strCache>
                <c:ptCount val="1"/>
                <c:pt idx="0">
                  <c:v>Datenreihe 1</c:v>
                </c:pt>
              </c:strCache>
            </c:strRef>
          </c:cat>
          <c:val>
            <c:numRef>
              <c:f>Tabelle1!$B$2</c:f>
              <c:numCache>
                <c:formatCode>General</c:formatCode>
                <c:ptCount val="1"/>
                <c:pt idx="0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BCD-4722-AB97-FE1F97A7E698}"/>
            </c:ext>
          </c:extLst>
        </c:ser>
        <c:ser>
          <c:idx val="1"/>
          <c:order val="1"/>
          <c:tx>
            <c:strRef>
              <c:f>Tabelle1!$A$3</c:f>
              <c:strCache>
                <c:ptCount val="1"/>
                <c:pt idx="0">
                  <c:v>Akzent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Tabelle1!$B$1</c:f>
              <c:strCache>
                <c:ptCount val="1"/>
                <c:pt idx="0">
                  <c:v>Datenreihe 1</c:v>
                </c:pt>
              </c:strCache>
            </c:strRef>
          </c:cat>
          <c:val>
            <c:numRef>
              <c:f>Tabelle1!$B$3</c:f>
              <c:numCache>
                <c:formatCode>General</c:formatCode>
                <c:ptCount val="1"/>
                <c:pt idx="0">
                  <c:v>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BCD-4722-AB97-FE1F97A7E698}"/>
            </c:ext>
          </c:extLst>
        </c:ser>
        <c:ser>
          <c:idx val="2"/>
          <c:order val="2"/>
          <c:tx>
            <c:strRef>
              <c:f>Tabelle1!$A$4</c:f>
              <c:strCache>
                <c:ptCount val="1"/>
                <c:pt idx="0">
                  <c:v>Akzent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Tabelle1!$B$1</c:f>
              <c:strCache>
                <c:ptCount val="1"/>
                <c:pt idx="0">
                  <c:v>Datenreihe 1</c:v>
                </c:pt>
              </c:strCache>
            </c:strRef>
          </c:cat>
          <c:val>
            <c:numRef>
              <c:f>Tabelle1!$B$4</c:f>
              <c:numCache>
                <c:formatCode>General</c:formatCode>
                <c:ptCount val="1"/>
                <c:pt idx="0">
                  <c:v>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DBCD-4722-AB97-FE1F97A7E698}"/>
            </c:ext>
          </c:extLst>
        </c:ser>
        <c:ser>
          <c:idx val="3"/>
          <c:order val="3"/>
          <c:tx>
            <c:strRef>
              <c:f>Tabelle1!$A$5</c:f>
              <c:strCache>
                <c:ptCount val="1"/>
                <c:pt idx="0">
                  <c:v>Akzent 4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cat>
            <c:strRef>
              <c:f>Tabelle1!$B$1</c:f>
              <c:strCache>
                <c:ptCount val="1"/>
                <c:pt idx="0">
                  <c:v>Datenreihe 1</c:v>
                </c:pt>
              </c:strCache>
            </c:strRef>
          </c:cat>
          <c:val>
            <c:numRef>
              <c:f>Tabelle1!$B$5</c:f>
              <c:numCache>
                <c:formatCode>General</c:formatCode>
                <c:ptCount val="1"/>
                <c:pt idx="0">
                  <c:v>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DBCD-4722-AB97-FE1F97A7E698}"/>
            </c:ext>
          </c:extLst>
        </c:ser>
        <c:ser>
          <c:idx val="4"/>
          <c:order val="4"/>
          <c:tx>
            <c:strRef>
              <c:f>Tabelle1!$A$6</c:f>
              <c:strCache>
                <c:ptCount val="1"/>
                <c:pt idx="0">
                  <c:v>Akzent 5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cat>
            <c:strRef>
              <c:f>Tabelle1!$B$1</c:f>
              <c:strCache>
                <c:ptCount val="1"/>
                <c:pt idx="0">
                  <c:v>Datenreihe 1</c:v>
                </c:pt>
              </c:strCache>
            </c:strRef>
          </c:cat>
          <c:val>
            <c:numRef>
              <c:f>Tabelle1!$B$6</c:f>
              <c:numCache>
                <c:formatCode>General</c:formatCode>
                <c:ptCount val="1"/>
                <c:pt idx="0">
                  <c:v>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DBCD-4722-AB97-FE1F97A7E698}"/>
            </c:ext>
          </c:extLst>
        </c:ser>
        <c:ser>
          <c:idx val="5"/>
          <c:order val="5"/>
          <c:tx>
            <c:strRef>
              <c:f>Tabelle1!$A$7</c:f>
              <c:strCache>
                <c:ptCount val="1"/>
                <c:pt idx="0">
                  <c:v>Akzent 6</c:v>
                </c:pt>
              </c:strCache>
            </c:strRef>
          </c:tx>
          <c:spPr>
            <a:solidFill>
              <a:schemeClr val="accent6"/>
            </a:solidFill>
            <a:ln>
              <a:noFill/>
            </a:ln>
            <a:effectLst/>
          </c:spPr>
          <c:invertIfNegative val="0"/>
          <c:cat>
            <c:strRef>
              <c:f>Tabelle1!$B$1</c:f>
              <c:strCache>
                <c:ptCount val="1"/>
                <c:pt idx="0">
                  <c:v>Datenreihe 1</c:v>
                </c:pt>
              </c:strCache>
            </c:strRef>
          </c:cat>
          <c:val>
            <c:numRef>
              <c:f>Tabelle1!$B$7</c:f>
              <c:numCache>
                <c:formatCode>General</c:formatCode>
                <c:ptCount val="1"/>
                <c:pt idx="0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DBCD-4722-AB97-FE1F97A7E69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034984960"/>
        <c:axId val="1034978432"/>
      </c:barChart>
      <c:catAx>
        <c:axId val="1034984960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1034978432"/>
        <c:crosses val="autoZero"/>
        <c:auto val="1"/>
        <c:lblAlgn val="ctr"/>
        <c:lblOffset val="100"/>
        <c:noMultiLvlLbl val="0"/>
      </c:catAx>
      <c:valAx>
        <c:axId val="1034978432"/>
        <c:scaling>
          <c:orientation val="minMax"/>
          <c:max val="10"/>
        </c:scaling>
        <c:delete val="1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out"/>
        <c:minorTickMark val="none"/>
        <c:tickLblPos val="nextTo"/>
        <c:crossAx val="103498496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de-DE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Tabelle1!$B$1</c:f>
              <c:strCache>
                <c:ptCount val="1"/>
                <c:pt idx="0">
                  <c:v>Verkauf</c:v>
                </c:pt>
              </c:strCache>
            </c:strRef>
          </c:tx>
          <c:spPr>
            <a:ln>
              <a:noFill/>
            </a:ln>
          </c:spPr>
          <c:dPt>
            <c:idx val="0"/>
            <c:bubble3D val="0"/>
            <c:spPr>
              <a:solidFill>
                <a:schemeClr val="accent1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B301-4BC7-92F5-FE57431BCE1D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B301-4BC7-92F5-FE57431BCE1D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B301-4BC7-92F5-FE57431BCE1D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B301-4BC7-92F5-FE57431BCE1D}"/>
              </c:ext>
            </c:extLst>
          </c:dPt>
          <c:dPt>
            <c:idx val="4"/>
            <c:bubble3D val="0"/>
            <c:spPr>
              <a:solidFill>
                <a:schemeClr val="accent5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B301-4BC7-92F5-FE57431BCE1D}"/>
              </c:ext>
            </c:extLst>
          </c:dPt>
          <c:dPt>
            <c:idx val="5"/>
            <c:bubble3D val="0"/>
            <c:spPr>
              <a:solidFill>
                <a:schemeClr val="accent6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B-B301-4BC7-92F5-FE57431BCE1D}"/>
              </c:ext>
            </c:extLst>
          </c:dPt>
          <c:dPt>
            <c:idx val="6"/>
            <c:bubble3D val="0"/>
            <c:spPr>
              <a:solidFill>
                <a:schemeClr val="accent1">
                  <a:lumMod val="60000"/>
                </a:schemeClr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D-B301-4BC7-92F5-FE57431BCE1D}"/>
              </c:ext>
            </c:extLst>
          </c:dPt>
          <c:dPt>
            <c:idx val="7"/>
            <c:bubble3D val="0"/>
            <c:spPr>
              <a:solidFill>
                <a:schemeClr val="accent2">
                  <a:lumMod val="60000"/>
                </a:schemeClr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F-B301-4BC7-92F5-FE57431BCE1D}"/>
              </c:ext>
            </c:extLst>
          </c:dPt>
          <c:dPt>
            <c:idx val="8"/>
            <c:bubble3D val="0"/>
            <c:spPr>
              <a:solidFill>
                <a:schemeClr val="accent3">
                  <a:lumMod val="60000"/>
                </a:schemeClr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1-B301-4BC7-92F5-FE57431BCE1D}"/>
              </c:ext>
            </c:extLst>
          </c:dPt>
          <c:dPt>
            <c:idx val="9"/>
            <c:bubble3D val="0"/>
            <c:spPr>
              <a:solidFill>
                <a:schemeClr val="accent4">
                  <a:lumMod val="60000"/>
                </a:schemeClr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3-B301-4BC7-92F5-FE57431BCE1D}"/>
              </c:ext>
            </c:extLst>
          </c:dPt>
          <c:dPt>
            <c:idx val="10"/>
            <c:bubble3D val="0"/>
            <c:spPr>
              <a:solidFill>
                <a:schemeClr val="accent5">
                  <a:lumMod val="60000"/>
                </a:schemeClr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5-B301-4BC7-92F5-FE57431BCE1D}"/>
              </c:ext>
            </c:extLst>
          </c:dPt>
          <c:dPt>
            <c:idx val="11"/>
            <c:bubble3D val="0"/>
            <c:spPr>
              <a:solidFill>
                <a:schemeClr val="accent6">
                  <a:lumMod val="60000"/>
                </a:schemeClr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7-B301-4BC7-92F5-FE57431BCE1D}"/>
              </c:ext>
            </c:extLst>
          </c:dPt>
          <c:cat>
            <c:strRef>
              <c:f>Tabelle1!$A$2:$A$13</c:f>
              <c:strCache>
                <c:ptCount val="6"/>
                <c:pt idx="0">
                  <c:v>Akzent 1</c:v>
                </c:pt>
                <c:pt idx="1">
                  <c:v>Akzent 2</c:v>
                </c:pt>
                <c:pt idx="2">
                  <c:v>Akzent 3</c:v>
                </c:pt>
                <c:pt idx="3">
                  <c:v>Akzent 4</c:v>
                </c:pt>
                <c:pt idx="4">
                  <c:v>Akzent 5</c:v>
                </c:pt>
                <c:pt idx="5">
                  <c:v>Akzent 6</c:v>
                </c:pt>
              </c:strCache>
            </c:strRef>
          </c:cat>
          <c:val>
            <c:numRef>
              <c:f>Tabelle1!$B$2:$B$13</c:f>
              <c:numCache>
                <c:formatCode>General</c:formatCode>
                <c:ptCount val="12"/>
                <c:pt idx="0">
                  <c:v>20</c:v>
                </c:pt>
                <c:pt idx="1">
                  <c:v>10</c:v>
                </c:pt>
                <c:pt idx="2">
                  <c:v>25</c:v>
                </c:pt>
                <c:pt idx="3">
                  <c:v>5</c:v>
                </c:pt>
                <c:pt idx="4">
                  <c:v>20</c:v>
                </c:pt>
                <c:pt idx="5">
                  <c:v>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8-B301-4BC7-92F5-FE57431BCE1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65"/>
      </c:doughnut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de-DE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ubbleChart>
        <c:varyColors val="0"/>
        <c:ser>
          <c:idx val="0"/>
          <c:order val="0"/>
          <c:tx>
            <c:strRef>
              <c:f>Tabelle1!$B$1</c:f>
              <c:strCache>
                <c:ptCount val="1"/>
                <c:pt idx="0">
                  <c:v>Y-Werte</c:v>
                </c:pt>
              </c:strCache>
            </c:strRef>
          </c:tx>
          <c:spPr>
            <a:solidFill>
              <a:schemeClr val="accent1">
                <a:alpha val="75000"/>
              </a:schemeClr>
            </a:solidFill>
            <a:ln>
              <a:noFill/>
            </a:ln>
            <a:effectLst/>
          </c:spPr>
          <c:invertIfNegative val="0"/>
          <c:xVal>
            <c:numRef>
              <c:f>Tabelle1!$A$2:$A$6</c:f>
              <c:numCache>
                <c:formatCode>General</c:formatCode>
                <c:ptCount val="5"/>
                <c:pt idx="0">
                  <c:v>0.2</c:v>
                </c:pt>
                <c:pt idx="1">
                  <c:v>1.8</c:v>
                </c:pt>
                <c:pt idx="2">
                  <c:v>2.6</c:v>
                </c:pt>
                <c:pt idx="3">
                  <c:v>3</c:v>
                </c:pt>
                <c:pt idx="4">
                  <c:v>4.5</c:v>
                </c:pt>
              </c:numCache>
            </c:numRef>
          </c:xVal>
          <c:yVal>
            <c:numRef>
              <c:f>Tabelle1!$B$2:$B$6</c:f>
              <c:numCache>
                <c:formatCode>General</c:formatCode>
                <c:ptCount val="5"/>
                <c:pt idx="0">
                  <c:v>2.7</c:v>
                </c:pt>
                <c:pt idx="1">
                  <c:v>3.2</c:v>
                </c:pt>
                <c:pt idx="2">
                  <c:v>0.8</c:v>
                </c:pt>
                <c:pt idx="3">
                  <c:v>2</c:v>
                </c:pt>
                <c:pt idx="4">
                  <c:v>3</c:v>
                </c:pt>
              </c:numCache>
            </c:numRef>
          </c:yVal>
          <c:bubbleSize>
            <c:numRef>
              <c:f>Tabelle1!$C$2:$C$6</c:f>
              <c:numCache>
                <c:formatCode>General</c:formatCode>
                <c:ptCount val="5"/>
                <c:pt idx="0">
                  <c:v>10</c:v>
                </c:pt>
                <c:pt idx="1">
                  <c:v>24</c:v>
                </c:pt>
                <c:pt idx="2">
                  <c:v>8</c:v>
                </c:pt>
                <c:pt idx="3">
                  <c:v>20</c:v>
                </c:pt>
                <c:pt idx="4">
                  <c:v>30</c:v>
                </c:pt>
              </c:numCache>
            </c:numRef>
          </c:bubbleSize>
          <c:bubble3D val="0"/>
          <c:extLst>
            <c:ext xmlns:c16="http://schemas.microsoft.com/office/drawing/2014/chart" uri="{C3380CC4-5D6E-409C-BE32-E72D297353CC}">
              <c16:uniqueId val="{00000000-95B2-4403-A2B8-77F776A0FDB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bubbleScale val="100"/>
        <c:showNegBubbles val="0"/>
        <c:axId val="1034975168"/>
        <c:axId val="1034975712"/>
      </c:bubbleChart>
      <c:valAx>
        <c:axId val="1034975168"/>
        <c:scaling>
          <c:orientation val="minMax"/>
        </c:scaling>
        <c:delete val="1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crossAx val="1034975712"/>
        <c:crosses val="autoZero"/>
        <c:crossBetween val="midCat"/>
      </c:valAx>
      <c:valAx>
        <c:axId val="1034975712"/>
        <c:scaling>
          <c:orientation val="minMax"/>
        </c:scaling>
        <c:delete val="1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crossAx val="1034975168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de-DE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69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>
          <a:alpha val="75000"/>
        </a:schemeClr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>
          <a:alpha val="75000"/>
        </a:schemeClr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>
            <a:alpha val="50000"/>
          </a:schemeClr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#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27333EF-3485-4C63-A864-71E0CD9AA842}" type="doc">
      <dgm:prSet loTypeId="urn:microsoft.com/office/officeart/2005/8/layout/orgChart1" loCatId="hierarchy" qsTypeId="urn:microsoft.com/office/officeart/2005/8/quickstyle/simple1#1" qsCatId="simple" csTypeId="urn:microsoft.com/office/officeart/2005/8/colors/colorful1#1" csCatId="colorful" phldr="1"/>
      <dgm:spPr/>
      <dgm:t>
        <a:bodyPr/>
        <a:lstStyle/>
        <a:p>
          <a:endParaRPr lang="de-CH"/>
        </a:p>
      </dgm:t>
    </dgm:pt>
    <dgm:pt modelId="{EF3DC050-42B2-4CF5-819D-D012A58D7D56}">
      <dgm:prSet phldrT="[Text]"/>
      <dgm:spPr/>
      <dgm:t>
        <a:bodyPr/>
        <a:lstStyle/>
        <a:p>
          <a:r>
            <a:rPr lang="de-CH" dirty="0"/>
            <a:t> </a:t>
          </a:r>
        </a:p>
      </dgm:t>
    </dgm:pt>
    <dgm:pt modelId="{F6446B63-1441-469D-B8B3-7A6F61C8C1CD}" type="parTrans" cxnId="{27F79AED-C875-4299-9004-9F34BF7D0F83}">
      <dgm:prSet/>
      <dgm:spPr/>
      <dgm:t>
        <a:bodyPr/>
        <a:lstStyle/>
        <a:p>
          <a:endParaRPr lang="de-CH"/>
        </a:p>
      </dgm:t>
    </dgm:pt>
    <dgm:pt modelId="{7F9BE456-528F-447C-AF1D-2AA2C79AFDA6}" type="sibTrans" cxnId="{27F79AED-C875-4299-9004-9F34BF7D0F83}">
      <dgm:prSet/>
      <dgm:spPr/>
      <dgm:t>
        <a:bodyPr/>
        <a:lstStyle/>
        <a:p>
          <a:endParaRPr lang="de-CH"/>
        </a:p>
      </dgm:t>
    </dgm:pt>
    <dgm:pt modelId="{D728A940-CD8A-43BD-B99B-81F3762C30AF}">
      <dgm:prSet phldrT="[Text]"/>
      <dgm:spPr/>
      <dgm:t>
        <a:bodyPr/>
        <a:lstStyle/>
        <a:p>
          <a:r>
            <a:rPr lang="de-CH" dirty="0"/>
            <a:t> </a:t>
          </a:r>
        </a:p>
      </dgm:t>
    </dgm:pt>
    <dgm:pt modelId="{9ECC030E-A4CA-4246-9B36-89BBE8D60B13}" type="parTrans" cxnId="{E82D6DC4-3BB4-4C33-903F-2922ED239D04}">
      <dgm:prSet/>
      <dgm:spPr/>
      <dgm:t>
        <a:bodyPr/>
        <a:lstStyle/>
        <a:p>
          <a:endParaRPr lang="de-CH"/>
        </a:p>
      </dgm:t>
    </dgm:pt>
    <dgm:pt modelId="{77E0C8E2-22DB-4F4C-8EF4-185B8A841ED0}" type="sibTrans" cxnId="{E82D6DC4-3BB4-4C33-903F-2922ED239D04}">
      <dgm:prSet/>
      <dgm:spPr/>
      <dgm:t>
        <a:bodyPr/>
        <a:lstStyle/>
        <a:p>
          <a:endParaRPr lang="de-CH"/>
        </a:p>
      </dgm:t>
    </dgm:pt>
    <dgm:pt modelId="{8C43D582-AB8D-4662-AB03-90F375B38E1A}">
      <dgm:prSet phldrT="[Text]"/>
      <dgm:spPr/>
      <dgm:t>
        <a:bodyPr/>
        <a:lstStyle/>
        <a:p>
          <a:r>
            <a:rPr lang="de-CH" dirty="0"/>
            <a:t> </a:t>
          </a:r>
        </a:p>
      </dgm:t>
    </dgm:pt>
    <dgm:pt modelId="{03139B6F-59E9-4237-9CC8-6195EB60FDAC}" type="parTrans" cxnId="{592754EA-AFAF-40CF-98B0-2D109E533B12}">
      <dgm:prSet/>
      <dgm:spPr/>
      <dgm:t>
        <a:bodyPr/>
        <a:lstStyle/>
        <a:p>
          <a:endParaRPr lang="de-CH"/>
        </a:p>
      </dgm:t>
    </dgm:pt>
    <dgm:pt modelId="{2A2353EE-5049-476A-8447-79B7631F4657}" type="sibTrans" cxnId="{592754EA-AFAF-40CF-98B0-2D109E533B12}">
      <dgm:prSet/>
      <dgm:spPr/>
      <dgm:t>
        <a:bodyPr/>
        <a:lstStyle/>
        <a:p>
          <a:endParaRPr lang="de-CH"/>
        </a:p>
      </dgm:t>
    </dgm:pt>
    <dgm:pt modelId="{56B4C03B-96C1-47AF-9F88-27E562BD3CFE}">
      <dgm:prSet phldrT="[Text]"/>
      <dgm:spPr/>
      <dgm:t>
        <a:bodyPr/>
        <a:lstStyle/>
        <a:p>
          <a:endParaRPr lang="de-CH" dirty="0"/>
        </a:p>
      </dgm:t>
    </dgm:pt>
    <dgm:pt modelId="{F68BA154-E052-4091-93D1-F83300865671}" type="parTrans" cxnId="{DDDA4418-96AA-4A17-B7C4-B6D267662E1B}">
      <dgm:prSet/>
      <dgm:spPr/>
      <dgm:t>
        <a:bodyPr/>
        <a:lstStyle/>
        <a:p>
          <a:endParaRPr lang="de-CH"/>
        </a:p>
      </dgm:t>
    </dgm:pt>
    <dgm:pt modelId="{7826E6CA-695E-4021-BF95-CC0900775FDC}" type="sibTrans" cxnId="{DDDA4418-96AA-4A17-B7C4-B6D267662E1B}">
      <dgm:prSet/>
      <dgm:spPr/>
      <dgm:t>
        <a:bodyPr/>
        <a:lstStyle/>
        <a:p>
          <a:endParaRPr lang="de-CH"/>
        </a:p>
      </dgm:t>
    </dgm:pt>
    <dgm:pt modelId="{ED7FA7B2-45EA-4397-B59E-1C5AD8DB91FE}">
      <dgm:prSet phldrT="[Text]"/>
      <dgm:spPr/>
      <dgm:t>
        <a:bodyPr/>
        <a:lstStyle/>
        <a:p>
          <a:endParaRPr lang="de-CH" dirty="0"/>
        </a:p>
      </dgm:t>
    </dgm:pt>
    <dgm:pt modelId="{67F412ED-AF10-45F3-B8C3-D3D899449DC4}" type="parTrans" cxnId="{FAB553BB-2D18-4C48-A42A-8C476C8EE922}">
      <dgm:prSet/>
      <dgm:spPr/>
      <dgm:t>
        <a:bodyPr/>
        <a:lstStyle/>
        <a:p>
          <a:endParaRPr lang="de-CH"/>
        </a:p>
      </dgm:t>
    </dgm:pt>
    <dgm:pt modelId="{7EA9CB4E-80D1-471F-BCFA-16315C899637}" type="sibTrans" cxnId="{FAB553BB-2D18-4C48-A42A-8C476C8EE922}">
      <dgm:prSet/>
      <dgm:spPr/>
      <dgm:t>
        <a:bodyPr/>
        <a:lstStyle/>
        <a:p>
          <a:endParaRPr lang="de-CH"/>
        </a:p>
      </dgm:t>
    </dgm:pt>
    <dgm:pt modelId="{0931205E-EC8C-4E1F-A609-58D4427A21BF}">
      <dgm:prSet phldrT="[Text]"/>
      <dgm:spPr/>
      <dgm:t>
        <a:bodyPr/>
        <a:lstStyle/>
        <a:p>
          <a:endParaRPr lang="de-CH" dirty="0"/>
        </a:p>
      </dgm:t>
    </dgm:pt>
    <dgm:pt modelId="{7E6F2D4B-B0E2-4AA0-A40E-1F6E563FC414}" type="parTrans" cxnId="{A16176F5-BD13-45E3-ACE7-76F35E7788EC}">
      <dgm:prSet/>
      <dgm:spPr/>
      <dgm:t>
        <a:bodyPr/>
        <a:lstStyle/>
        <a:p>
          <a:endParaRPr lang="de-CH"/>
        </a:p>
      </dgm:t>
    </dgm:pt>
    <dgm:pt modelId="{E9AF7662-8E30-4FAC-AC52-B8E12771E4C7}" type="sibTrans" cxnId="{A16176F5-BD13-45E3-ACE7-76F35E7788EC}">
      <dgm:prSet/>
      <dgm:spPr/>
      <dgm:t>
        <a:bodyPr/>
        <a:lstStyle/>
        <a:p>
          <a:endParaRPr lang="de-CH"/>
        </a:p>
      </dgm:t>
    </dgm:pt>
    <dgm:pt modelId="{8192CD02-71BF-4F4C-AAC2-B9D7A9B431E3}">
      <dgm:prSet phldrT="[Text]"/>
      <dgm:spPr/>
      <dgm:t>
        <a:bodyPr/>
        <a:lstStyle/>
        <a:p>
          <a:endParaRPr lang="de-CH" dirty="0"/>
        </a:p>
      </dgm:t>
    </dgm:pt>
    <dgm:pt modelId="{C7D9A010-9BA1-426B-8F37-556D99500AB4}" type="parTrans" cxnId="{55C95BDD-7B32-4C23-8566-D91B8603892D}">
      <dgm:prSet/>
      <dgm:spPr/>
      <dgm:t>
        <a:bodyPr/>
        <a:lstStyle/>
        <a:p>
          <a:endParaRPr lang="de-CH"/>
        </a:p>
      </dgm:t>
    </dgm:pt>
    <dgm:pt modelId="{19F564DD-F5BD-4770-A744-B38AF053138E}" type="sibTrans" cxnId="{55C95BDD-7B32-4C23-8566-D91B8603892D}">
      <dgm:prSet/>
      <dgm:spPr/>
      <dgm:t>
        <a:bodyPr/>
        <a:lstStyle/>
        <a:p>
          <a:endParaRPr lang="de-CH"/>
        </a:p>
      </dgm:t>
    </dgm:pt>
    <dgm:pt modelId="{ECFE422A-53DB-4263-8AFE-B8E77E52CB2E}" type="pres">
      <dgm:prSet presAssocID="{627333EF-3485-4C63-A864-71E0CD9AA842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BF37B77F-E2EF-494A-AFBA-9D1B2A32B233}" type="pres">
      <dgm:prSet presAssocID="{EF3DC050-42B2-4CF5-819D-D012A58D7D56}" presName="hierRoot1" presStyleCnt="0">
        <dgm:presLayoutVars>
          <dgm:hierBranch val="init"/>
        </dgm:presLayoutVars>
      </dgm:prSet>
      <dgm:spPr/>
    </dgm:pt>
    <dgm:pt modelId="{E67DBF61-E148-4215-AF69-30178FB2A906}" type="pres">
      <dgm:prSet presAssocID="{EF3DC050-42B2-4CF5-819D-D012A58D7D56}" presName="rootComposite1" presStyleCnt="0"/>
      <dgm:spPr/>
    </dgm:pt>
    <dgm:pt modelId="{4CDEEE70-C6BD-47E8-B4F0-BA115C7297A4}" type="pres">
      <dgm:prSet presAssocID="{EF3DC050-42B2-4CF5-819D-D012A58D7D56}" presName="rootText1" presStyleLbl="node0" presStyleIdx="0" presStyleCnt="1">
        <dgm:presLayoutVars>
          <dgm:chPref val="3"/>
        </dgm:presLayoutVars>
      </dgm:prSet>
      <dgm:spPr/>
    </dgm:pt>
    <dgm:pt modelId="{304EBF43-34E0-4148-84FF-7B0A0EF3F0BF}" type="pres">
      <dgm:prSet presAssocID="{EF3DC050-42B2-4CF5-819D-D012A58D7D56}" presName="rootConnector1" presStyleLbl="node1" presStyleIdx="0" presStyleCnt="0"/>
      <dgm:spPr/>
    </dgm:pt>
    <dgm:pt modelId="{87111223-8979-47B1-86D5-4BC781BF24E3}" type="pres">
      <dgm:prSet presAssocID="{EF3DC050-42B2-4CF5-819D-D012A58D7D56}" presName="hierChild2" presStyleCnt="0"/>
      <dgm:spPr/>
    </dgm:pt>
    <dgm:pt modelId="{74D7EFED-89A8-41FA-81C5-F94FF8E2C953}" type="pres">
      <dgm:prSet presAssocID="{9ECC030E-A4CA-4246-9B36-89BBE8D60B13}" presName="Name37" presStyleLbl="parChTrans1D2" presStyleIdx="0" presStyleCnt="2"/>
      <dgm:spPr/>
    </dgm:pt>
    <dgm:pt modelId="{7CB03272-9049-417F-89C9-734B41170BAF}" type="pres">
      <dgm:prSet presAssocID="{D728A940-CD8A-43BD-B99B-81F3762C30AF}" presName="hierRoot2" presStyleCnt="0">
        <dgm:presLayoutVars>
          <dgm:hierBranch val="init"/>
        </dgm:presLayoutVars>
      </dgm:prSet>
      <dgm:spPr/>
    </dgm:pt>
    <dgm:pt modelId="{3B988D8D-AC1A-47C4-8255-E9676AE4BEB4}" type="pres">
      <dgm:prSet presAssocID="{D728A940-CD8A-43BD-B99B-81F3762C30AF}" presName="rootComposite" presStyleCnt="0"/>
      <dgm:spPr/>
    </dgm:pt>
    <dgm:pt modelId="{1E25D737-2E05-4FAD-831C-8896458363C1}" type="pres">
      <dgm:prSet presAssocID="{D728A940-CD8A-43BD-B99B-81F3762C30AF}" presName="rootText" presStyleLbl="node2" presStyleIdx="0" presStyleCnt="2">
        <dgm:presLayoutVars>
          <dgm:chPref val="3"/>
        </dgm:presLayoutVars>
      </dgm:prSet>
      <dgm:spPr/>
    </dgm:pt>
    <dgm:pt modelId="{15B2067F-B712-404A-B999-66A33EDD6A68}" type="pres">
      <dgm:prSet presAssocID="{D728A940-CD8A-43BD-B99B-81F3762C30AF}" presName="rootConnector" presStyleLbl="node2" presStyleIdx="0" presStyleCnt="2"/>
      <dgm:spPr/>
    </dgm:pt>
    <dgm:pt modelId="{EF6BB347-568F-4566-8D86-A829346859ED}" type="pres">
      <dgm:prSet presAssocID="{D728A940-CD8A-43BD-B99B-81F3762C30AF}" presName="hierChild4" presStyleCnt="0"/>
      <dgm:spPr/>
    </dgm:pt>
    <dgm:pt modelId="{52595FDF-08A3-499A-8460-0E872A5790FD}" type="pres">
      <dgm:prSet presAssocID="{C7D9A010-9BA1-426B-8F37-556D99500AB4}" presName="Name37" presStyleLbl="parChTrans1D3" presStyleIdx="0" presStyleCnt="3"/>
      <dgm:spPr/>
    </dgm:pt>
    <dgm:pt modelId="{9D7C66D0-16D5-4FD9-B1D7-FA1393F0AFB5}" type="pres">
      <dgm:prSet presAssocID="{8192CD02-71BF-4F4C-AAC2-B9D7A9B431E3}" presName="hierRoot2" presStyleCnt="0">
        <dgm:presLayoutVars>
          <dgm:hierBranch val="init"/>
        </dgm:presLayoutVars>
      </dgm:prSet>
      <dgm:spPr/>
    </dgm:pt>
    <dgm:pt modelId="{802E893B-6961-466F-89AC-225B9DAB135D}" type="pres">
      <dgm:prSet presAssocID="{8192CD02-71BF-4F4C-AAC2-B9D7A9B431E3}" presName="rootComposite" presStyleCnt="0"/>
      <dgm:spPr/>
    </dgm:pt>
    <dgm:pt modelId="{1DC55EF3-5AF2-48F8-AA29-36FD0F4D2150}" type="pres">
      <dgm:prSet presAssocID="{8192CD02-71BF-4F4C-AAC2-B9D7A9B431E3}" presName="rootText" presStyleLbl="node3" presStyleIdx="0" presStyleCnt="3">
        <dgm:presLayoutVars>
          <dgm:chPref val="3"/>
        </dgm:presLayoutVars>
      </dgm:prSet>
      <dgm:spPr/>
    </dgm:pt>
    <dgm:pt modelId="{26AC215E-D447-4875-85EE-9ED1C668CDAF}" type="pres">
      <dgm:prSet presAssocID="{8192CD02-71BF-4F4C-AAC2-B9D7A9B431E3}" presName="rootConnector" presStyleLbl="node3" presStyleIdx="0" presStyleCnt="3"/>
      <dgm:spPr/>
    </dgm:pt>
    <dgm:pt modelId="{DA593F8F-B98A-42D1-8E65-EA350ABC7398}" type="pres">
      <dgm:prSet presAssocID="{8192CD02-71BF-4F4C-AAC2-B9D7A9B431E3}" presName="hierChild4" presStyleCnt="0"/>
      <dgm:spPr/>
    </dgm:pt>
    <dgm:pt modelId="{16099A23-53F0-444A-8A36-07618A6FC6A0}" type="pres">
      <dgm:prSet presAssocID="{7E6F2D4B-B0E2-4AA0-A40E-1F6E563FC414}" presName="Name37" presStyleLbl="parChTrans1D4" presStyleIdx="0" presStyleCnt="1"/>
      <dgm:spPr/>
    </dgm:pt>
    <dgm:pt modelId="{CFD499D0-6FAE-408C-91A3-5429F10B2851}" type="pres">
      <dgm:prSet presAssocID="{0931205E-EC8C-4E1F-A609-58D4427A21BF}" presName="hierRoot2" presStyleCnt="0">
        <dgm:presLayoutVars>
          <dgm:hierBranch val="init"/>
        </dgm:presLayoutVars>
      </dgm:prSet>
      <dgm:spPr/>
    </dgm:pt>
    <dgm:pt modelId="{DDE6A576-471B-4CC6-9291-9614D93C4402}" type="pres">
      <dgm:prSet presAssocID="{0931205E-EC8C-4E1F-A609-58D4427A21BF}" presName="rootComposite" presStyleCnt="0"/>
      <dgm:spPr/>
    </dgm:pt>
    <dgm:pt modelId="{04717D9B-1FAB-4605-A789-15B19177E586}" type="pres">
      <dgm:prSet presAssocID="{0931205E-EC8C-4E1F-A609-58D4427A21BF}" presName="rootText" presStyleLbl="node4" presStyleIdx="0" presStyleCnt="1">
        <dgm:presLayoutVars>
          <dgm:chPref val="3"/>
        </dgm:presLayoutVars>
      </dgm:prSet>
      <dgm:spPr/>
    </dgm:pt>
    <dgm:pt modelId="{A0A9B7BF-8035-4595-BF12-F463F901EBB4}" type="pres">
      <dgm:prSet presAssocID="{0931205E-EC8C-4E1F-A609-58D4427A21BF}" presName="rootConnector" presStyleLbl="node4" presStyleIdx="0" presStyleCnt="1"/>
      <dgm:spPr/>
    </dgm:pt>
    <dgm:pt modelId="{FC99CCBD-7400-4116-8D1B-F85BD471B91E}" type="pres">
      <dgm:prSet presAssocID="{0931205E-EC8C-4E1F-A609-58D4427A21BF}" presName="hierChild4" presStyleCnt="0"/>
      <dgm:spPr/>
    </dgm:pt>
    <dgm:pt modelId="{E9673A96-C250-443F-95E2-C66FDDC834C0}" type="pres">
      <dgm:prSet presAssocID="{0931205E-EC8C-4E1F-A609-58D4427A21BF}" presName="hierChild5" presStyleCnt="0"/>
      <dgm:spPr/>
    </dgm:pt>
    <dgm:pt modelId="{7D5E2144-2F43-425A-AFA7-C1C171C3E8D9}" type="pres">
      <dgm:prSet presAssocID="{8192CD02-71BF-4F4C-AAC2-B9D7A9B431E3}" presName="hierChild5" presStyleCnt="0"/>
      <dgm:spPr/>
    </dgm:pt>
    <dgm:pt modelId="{0B903A24-8DFE-4643-BD21-F94A76091EB7}" type="pres">
      <dgm:prSet presAssocID="{D728A940-CD8A-43BD-B99B-81F3762C30AF}" presName="hierChild5" presStyleCnt="0"/>
      <dgm:spPr/>
    </dgm:pt>
    <dgm:pt modelId="{A6C917E1-DB7D-4402-9751-A22ED1294816}" type="pres">
      <dgm:prSet presAssocID="{03139B6F-59E9-4237-9CC8-6195EB60FDAC}" presName="Name37" presStyleLbl="parChTrans1D2" presStyleIdx="1" presStyleCnt="2"/>
      <dgm:spPr/>
    </dgm:pt>
    <dgm:pt modelId="{54CE1C5B-7FD2-4ED6-A134-C212C943117E}" type="pres">
      <dgm:prSet presAssocID="{8C43D582-AB8D-4662-AB03-90F375B38E1A}" presName="hierRoot2" presStyleCnt="0">
        <dgm:presLayoutVars>
          <dgm:hierBranch/>
        </dgm:presLayoutVars>
      </dgm:prSet>
      <dgm:spPr/>
    </dgm:pt>
    <dgm:pt modelId="{5FAFD5B9-5F87-44DD-B72B-9A4162740182}" type="pres">
      <dgm:prSet presAssocID="{8C43D582-AB8D-4662-AB03-90F375B38E1A}" presName="rootComposite" presStyleCnt="0"/>
      <dgm:spPr/>
    </dgm:pt>
    <dgm:pt modelId="{4567BD2F-2124-4F8E-96FF-0B5BD8676013}" type="pres">
      <dgm:prSet presAssocID="{8C43D582-AB8D-4662-AB03-90F375B38E1A}" presName="rootText" presStyleLbl="node2" presStyleIdx="1" presStyleCnt="2">
        <dgm:presLayoutVars>
          <dgm:chPref val="3"/>
        </dgm:presLayoutVars>
      </dgm:prSet>
      <dgm:spPr/>
    </dgm:pt>
    <dgm:pt modelId="{C8A9CC15-B7D0-4892-8936-9C0CC7F8CF8A}" type="pres">
      <dgm:prSet presAssocID="{8C43D582-AB8D-4662-AB03-90F375B38E1A}" presName="rootConnector" presStyleLbl="node2" presStyleIdx="1" presStyleCnt="2"/>
      <dgm:spPr/>
    </dgm:pt>
    <dgm:pt modelId="{6EBFC4BE-4682-4316-81EE-A05E89CA12A1}" type="pres">
      <dgm:prSet presAssocID="{8C43D582-AB8D-4662-AB03-90F375B38E1A}" presName="hierChild4" presStyleCnt="0"/>
      <dgm:spPr/>
    </dgm:pt>
    <dgm:pt modelId="{E384E98D-3BF8-4822-824D-4EF137CC08CC}" type="pres">
      <dgm:prSet presAssocID="{67F412ED-AF10-45F3-B8C3-D3D899449DC4}" presName="Name35" presStyleLbl="parChTrans1D3" presStyleIdx="1" presStyleCnt="3"/>
      <dgm:spPr/>
    </dgm:pt>
    <dgm:pt modelId="{43BED5DA-5B4D-4BC0-B602-7FE3C9ADACE5}" type="pres">
      <dgm:prSet presAssocID="{ED7FA7B2-45EA-4397-B59E-1C5AD8DB91FE}" presName="hierRoot2" presStyleCnt="0">
        <dgm:presLayoutVars>
          <dgm:hierBranch val="init"/>
        </dgm:presLayoutVars>
      </dgm:prSet>
      <dgm:spPr/>
    </dgm:pt>
    <dgm:pt modelId="{2B3D4D9A-0368-4CA2-8C09-196CD2998B9E}" type="pres">
      <dgm:prSet presAssocID="{ED7FA7B2-45EA-4397-B59E-1C5AD8DB91FE}" presName="rootComposite" presStyleCnt="0"/>
      <dgm:spPr/>
    </dgm:pt>
    <dgm:pt modelId="{6B478582-2F78-4A3B-9435-A85DC6CA182E}" type="pres">
      <dgm:prSet presAssocID="{ED7FA7B2-45EA-4397-B59E-1C5AD8DB91FE}" presName="rootText" presStyleLbl="node3" presStyleIdx="1" presStyleCnt="3">
        <dgm:presLayoutVars>
          <dgm:chPref val="3"/>
        </dgm:presLayoutVars>
      </dgm:prSet>
      <dgm:spPr/>
    </dgm:pt>
    <dgm:pt modelId="{203AF892-F7DB-42CE-B9C7-74A9DC2B786F}" type="pres">
      <dgm:prSet presAssocID="{ED7FA7B2-45EA-4397-B59E-1C5AD8DB91FE}" presName="rootConnector" presStyleLbl="node3" presStyleIdx="1" presStyleCnt="3"/>
      <dgm:spPr/>
    </dgm:pt>
    <dgm:pt modelId="{CB40DCA6-79E6-4C17-A472-126F94BCD233}" type="pres">
      <dgm:prSet presAssocID="{ED7FA7B2-45EA-4397-B59E-1C5AD8DB91FE}" presName="hierChild4" presStyleCnt="0"/>
      <dgm:spPr/>
    </dgm:pt>
    <dgm:pt modelId="{36CA783F-5737-4667-9C2D-77C1A555111E}" type="pres">
      <dgm:prSet presAssocID="{ED7FA7B2-45EA-4397-B59E-1C5AD8DB91FE}" presName="hierChild5" presStyleCnt="0"/>
      <dgm:spPr/>
    </dgm:pt>
    <dgm:pt modelId="{1EF3BE70-9A6E-4CF8-8EF4-2575A8E18BC6}" type="pres">
      <dgm:prSet presAssocID="{F68BA154-E052-4091-93D1-F83300865671}" presName="Name35" presStyleLbl="parChTrans1D3" presStyleIdx="2" presStyleCnt="3"/>
      <dgm:spPr/>
    </dgm:pt>
    <dgm:pt modelId="{22A3C2E7-96E8-4484-94E0-DEF7AD0ABD09}" type="pres">
      <dgm:prSet presAssocID="{56B4C03B-96C1-47AF-9F88-27E562BD3CFE}" presName="hierRoot2" presStyleCnt="0">
        <dgm:presLayoutVars>
          <dgm:hierBranch val="init"/>
        </dgm:presLayoutVars>
      </dgm:prSet>
      <dgm:spPr/>
    </dgm:pt>
    <dgm:pt modelId="{AC9C68C7-E8C2-4E10-B6BF-0F278F620A3A}" type="pres">
      <dgm:prSet presAssocID="{56B4C03B-96C1-47AF-9F88-27E562BD3CFE}" presName="rootComposite" presStyleCnt="0"/>
      <dgm:spPr/>
    </dgm:pt>
    <dgm:pt modelId="{765C6764-0FF9-4D39-9DAE-3281767EFA87}" type="pres">
      <dgm:prSet presAssocID="{56B4C03B-96C1-47AF-9F88-27E562BD3CFE}" presName="rootText" presStyleLbl="node3" presStyleIdx="2" presStyleCnt="3">
        <dgm:presLayoutVars>
          <dgm:chPref val="3"/>
        </dgm:presLayoutVars>
      </dgm:prSet>
      <dgm:spPr/>
    </dgm:pt>
    <dgm:pt modelId="{08B6F956-CCBA-478E-8044-E0E3E7328322}" type="pres">
      <dgm:prSet presAssocID="{56B4C03B-96C1-47AF-9F88-27E562BD3CFE}" presName="rootConnector" presStyleLbl="node3" presStyleIdx="2" presStyleCnt="3"/>
      <dgm:spPr/>
    </dgm:pt>
    <dgm:pt modelId="{D2E909B5-8BDD-433A-ACCA-EB77085FD3A2}" type="pres">
      <dgm:prSet presAssocID="{56B4C03B-96C1-47AF-9F88-27E562BD3CFE}" presName="hierChild4" presStyleCnt="0"/>
      <dgm:spPr/>
    </dgm:pt>
    <dgm:pt modelId="{0A8DBCBE-C51B-466C-9A43-2648D1041560}" type="pres">
      <dgm:prSet presAssocID="{56B4C03B-96C1-47AF-9F88-27E562BD3CFE}" presName="hierChild5" presStyleCnt="0"/>
      <dgm:spPr/>
    </dgm:pt>
    <dgm:pt modelId="{4C82DBC5-B6F7-4E03-8AB5-CB34114C6270}" type="pres">
      <dgm:prSet presAssocID="{8C43D582-AB8D-4662-AB03-90F375B38E1A}" presName="hierChild5" presStyleCnt="0"/>
      <dgm:spPr/>
    </dgm:pt>
    <dgm:pt modelId="{42BC9F5F-E781-482F-B730-715B89BF3E61}" type="pres">
      <dgm:prSet presAssocID="{EF3DC050-42B2-4CF5-819D-D012A58D7D56}" presName="hierChild3" presStyleCnt="0"/>
      <dgm:spPr/>
    </dgm:pt>
  </dgm:ptLst>
  <dgm:cxnLst>
    <dgm:cxn modelId="{0D8DDE08-048D-46CE-8845-61E6BC59BE3C}" type="presOf" srcId="{8192CD02-71BF-4F4C-AAC2-B9D7A9B431E3}" destId="{1DC55EF3-5AF2-48F8-AA29-36FD0F4D2150}" srcOrd="0" destOrd="0" presId="urn:microsoft.com/office/officeart/2005/8/layout/orgChart1"/>
    <dgm:cxn modelId="{6D16610A-4A42-4B67-84D2-FC01037BF11C}" type="presOf" srcId="{56B4C03B-96C1-47AF-9F88-27E562BD3CFE}" destId="{08B6F956-CCBA-478E-8044-E0E3E7328322}" srcOrd="1" destOrd="0" presId="urn:microsoft.com/office/officeart/2005/8/layout/orgChart1"/>
    <dgm:cxn modelId="{6084F70B-F045-4C24-89F9-6E10D651F1C3}" type="presOf" srcId="{7E6F2D4B-B0E2-4AA0-A40E-1F6E563FC414}" destId="{16099A23-53F0-444A-8A36-07618A6FC6A0}" srcOrd="0" destOrd="0" presId="urn:microsoft.com/office/officeart/2005/8/layout/orgChart1"/>
    <dgm:cxn modelId="{0E232811-5541-445D-AEDF-5F7CC069E8B9}" type="presOf" srcId="{67F412ED-AF10-45F3-B8C3-D3D899449DC4}" destId="{E384E98D-3BF8-4822-824D-4EF137CC08CC}" srcOrd="0" destOrd="0" presId="urn:microsoft.com/office/officeart/2005/8/layout/orgChart1"/>
    <dgm:cxn modelId="{BFA2F116-5BAE-4651-917C-C1467D2A2FD0}" type="presOf" srcId="{627333EF-3485-4C63-A864-71E0CD9AA842}" destId="{ECFE422A-53DB-4263-8AFE-B8E77E52CB2E}" srcOrd="0" destOrd="0" presId="urn:microsoft.com/office/officeart/2005/8/layout/orgChart1"/>
    <dgm:cxn modelId="{DDDA4418-96AA-4A17-B7C4-B6D267662E1B}" srcId="{8C43D582-AB8D-4662-AB03-90F375B38E1A}" destId="{56B4C03B-96C1-47AF-9F88-27E562BD3CFE}" srcOrd="1" destOrd="0" parTransId="{F68BA154-E052-4091-93D1-F83300865671}" sibTransId="{7826E6CA-695E-4021-BF95-CC0900775FDC}"/>
    <dgm:cxn modelId="{D0C87419-B0CA-4424-A415-4DFF2EEB6F3B}" type="presOf" srcId="{D728A940-CD8A-43BD-B99B-81F3762C30AF}" destId="{15B2067F-B712-404A-B999-66A33EDD6A68}" srcOrd="1" destOrd="0" presId="urn:microsoft.com/office/officeart/2005/8/layout/orgChart1"/>
    <dgm:cxn modelId="{0C062D3E-63B3-4F70-B77F-FE24867A5A14}" type="presOf" srcId="{EF3DC050-42B2-4CF5-819D-D012A58D7D56}" destId="{304EBF43-34E0-4148-84FF-7B0A0EF3F0BF}" srcOrd="1" destOrd="0" presId="urn:microsoft.com/office/officeart/2005/8/layout/orgChart1"/>
    <dgm:cxn modelId="{641EF160-113F-4085-80EC-969EBE612B62}" type="presOf" srcId="{8192CD02-71BF-4F4C-AAC2-B9D7A9B431E3}" destId="{26AC215E-D447-4875-85EE-9ED1C668CDAF}" srcOrd="1" destOrd="0" presId="urn:microsoft.com/office/officeart/2005/8/layout/orgChart1"/>
    <dgm:cxn modelId="{E6B8046A-5A83-4D84-A3A0-6FDFC5866AA4}" type="presOf" srcId="{56B4C03B-96C1-47AF-9F88-27E562BD3CFE}" destId="{765C6764-0FF9-4D39-9DAE-3281767EFA87}" srcOrd="0" destOrd="0" presId="urn:microsoft.com/office/officeart/2005/8/layout/orgChart1"/>
    <dgm:cxn modelId="{43EDE486-3E76-4BC2-AB59-9AE58E26440E}" type="presOf" srcId="{9ECC030E-A4CA-4246-9B36-89BBE8D60B13}" destId="{74D7EFED-89A8-41FA-81C5-F94FF8E2C953}" srcOrd="0" destOrd="0" presId="urn:microsoft.com/office/officeart/2005/8/layout/orgChart1"/>
    <dgm:cxn modelId="{998FB287-4BFF-4ABE-A40B-DB3D43EDF076}" type="presOf" srcId="{D728A940-CD8A-43BD-B99B-81F3762C30AF}" destId="{1E25D737-2E05-4FAD-831C-8896458363C1}" srcOrd="0" destOrd="0" presId="urn:microsoft.com/office/officeart/2005/8/layout/orgChart1"/>
    <dgm:cxn modelId="{A497478F-5274-4582-9184-466824441218}" type="presOf" srcId="{8C43D582-AB8D-4662-AB03-90F375B38E1A}" destId="{C8A9CC15-B7D0-4892-8936-9C0CC7F8CF8A}" srcOrd="1" destOrd="0" presId="urn:microsoft.com/office/officeart/2005/8/layout/orgChart1"/>
    <dgm:cxn modelId="{DEA13599-F082-4CCA-8F75-28925FCC6CAA}" type="presOf" srcId="{0931205E-EC8C-4E1F-A609-58D4427A21BF}" destId="{04717D9B-1FAB-4605-A789-15B19177E586}" srcOrd="0" destOrd="0" presId="urn:microsoft.com/office/officeart/2005/8/layout/orgChart1"/>
    <dgm:cxn modelId="{93EEF8A1-EAB3-4EA0-8784-89C21EB29356}" type="presOf" srcId="{0931205E-EC8C-4E1F-A609-58D4427A21BF}" destId="{A0A9B7BF-8035-4595-BF12-F463F901EBB4}" srcOrd="1" destOrd="0" presId="urn:microsoft.com/office/officeart/2005/8/layout/orgChart1"/>
    <dgm:cxn modelId="{4D81B4BA-4AE9-4069-AA62-97252A550E8C}" type="presOf" srcId="{EF3DC050-42B2-4CF5-819D-D012A58D7D56}" destId="{4CDEEE70-C6BD-47E8-B4F0-BA115C7297A4}" srcOrd="0" destOrd="0" presId="urn:microsoft.com/office/officeart/2005/8/layout/orgChart1"/>
    <dgm:cxn modelId="{FAB553BB-2D18-4C48-A42A-8C476C8EE922}" srcId="{8C43D582-AB8D-4662-AB03-90F375B38E1A}" destId="{ED7FA7B2-45EA-4397-B59E-1C5AD8DB91FE}" srcOrd="0" destOrd="0" parTransId="{67F412ED-AF10-45F3-B8C3-D3D899449DC4}" sibTransId="{7EA9CB4E-80D1-471F-BCFA-16315C899637}"/>
    <dgm:cxn modelId="{E82D6DC4-3BB4-4C33-903F-2922ED239D04}" srcId="{EF3DC050-42B2-4CF5-819D-D012A58D7D56}" destId="{D728A940-CD8A-43BD-B99B-81F3762C30AF}" srcOrd="0" destOrd="0" parTransId="{9ECC030E-A4CA-4246-9B36-89BBE8D60B13}" sibTransId="{77E0C8E2-22DB-4F4C-8EF4-185B8A841ED0}"/>
    <dgm:cxn modelId="{B15D6ED7-832A-4E04-97B1-A83D118EC6BD}" type="presOf" srcId="{ED7FA7B2-45EA-4397-B59E-1C5AD8DB91FE}" destId="{6B478582-2F78-4A3B-9435-A85DC6CA182E}" srcOrd="0" destOrd="0" presId="urn:microsoft.com/office/officeart/2005/8/layout/orgChart1"/>
    <dgm:cxn modelId="{97617AD7-E6ED-4CCE-A5EB-19EDD3F3A874}" type="presOf" srcId="{C7D9A010-9BA1-426B-8F37-556D99500AB4}" destId="{52595FDF-08A3-499A-8460-0E872A5790FD}" srcOrd="0" destOrd="0" presId="urn:microsoft.com/office/officeart/2005/8/layout/orgChart1"/>
    <dgm:cxn modelId="{55C95BDD-7B32-4C23-8566-D91B8603892D}" srcId="{D728A940-CD8A-43BD-B99B-81F3762C30AF}" destId="{8192CD02-71BF-4F4C-AAC2-B9D7A9B431E3}" srcOrd="0" destOrd="0" parTransId="{C7D9A010-9BA1-426B-8F37-556D99500AB4}" sibTransId="{19F564DD-F5BD-4770-A744-B38AF053138E}"/>
    <dgm:cxn modelId="{3DC1CADF-7AF1-44CD-B60C-50173DF4AD07}" type="presOf" srcId="{ED7FA7B2-45EA-4397-B59E-1C5AD8DB91FE}" destId="{203AF892-F7DB-42CE-B9C7-74A9DC2B786F}" srcOrd="1" destOrd="0" presId="urn:microsoft.com/office/officeart/2005/8/layout/orgChart1"/>
    <dgm:cxn modelId="{162C85E7-7F5A-4BB3-B01E-7556F9F778B5}" type="presOf" srcId="{F68BA154-E052-4091-93D1-F83300865671}" destId="{1EF3BE70-9A6E-4CF8-8EF4-2575A8E18BC6}" srcOrd="0" destOrd="0" presId="urn:microsoft.com/office/officeart/2005/8/layout/orgChart1"/>
    <dgm:cxn modelId="{592754EA-AFAF-40CF-98B0-2D109E533B12}" srcId="{EF3DC050-42B2-4CF5-819D-D012A58D7D56}" destId="{8C43D582-AB8D-4662-AB03-90F375B38E1A}" srcOrd="1" destOrd="0" parTransId="{03139B6F-59E9-4237-9CC8-6195EB60FDAC}" sibTransId="{2A2353EE-5049-476A-8447-79B7631F4657}"/>
    <dgm:cxn modelId="{27F79AED-C875-4299-9004-9F34BF7D0F83}" srcId="{627333EF-3485-4C63-A864-71E0CD9AA842}" destId="{EF3DC050-42B2-4CF5-819D-D012A58D7D56}" srcOrd="0" destOrd="0" parTransId="{F6446B63-1441-469D-B8B3-7A6F61C8C1CD}" sibTransId="{7F9BE456-528F-447C-AF1D-2AA2C79AFDA6}"/>
    <dgm:cxn modelId="{9E4BFDF1-83F5-4114-95F6-C07C6222CCE4}" type="presOf" srcId="{03139B6F-59E9-4237-9CC8-6195EB60FDAC}" destId="{A6C917E1-DB7D-4402-9751-A22ED1294816}" srcOrd="0" destOrd="0" presId="urn:microsoft.com/office/officeart/2005/8/layout/orgChart1"/>
    <dgm:cxn modelId="{D6C70AF4-A5CF-4262-A8D1-A6B303D10341}" type="presOf" srcId="{8C43D582-AB8D-4662-AB03-90F375B38E1A}" destId="{4567BD2F-2124-4F8E-96FF-0B5BD8676013}" srcOrd="0" destOrd="0" presId="urn:microsoft.com/office/officeart/2005/8/layout/orgChart1"/>
    <dgm:cxn modelId="{A16176F5-BD13-45E3-ACE7-76F35E7788EC}" srcId="{8192CD02-71BF-4F4C-AAC2-B9D7A9B431E3}" destId="{0931205E-EC8C-4E1F-A609-58D4427A21BF}" srcOrd="0" destOrd="0" parTransId="{7E6F2D4B-B0E2-4AA0-A40E-1F6E563FC414}" sibTransId="{E9AF7662-8E30-4FAC-AC52-B8E12771E4C7}"/>
    <dgm:cxn modelId="{A1FB2A58-7509-4713-A40F-3E7911CAED95}" type="presParOf" srcId="{ECFE422A-53DB-4263-8AFE-B8E77E52CB2E}" destId="{BF37B77F-E2EF-494A-AFBA-9D1B2A32B233}" srcOrd="0" destOrd="0" presId="urn:microsoft.com/office/officeart/2005/8/layout/orgChart1"/>
    <dgm:cxn modelId="{FF1E1886-56E9-4FBA-9343-3AB6F22599C4}" type="presParOf" srcId="{BF37B77F-E2EF-494A-AFBA-9D1B2A32B233}" destId="{E67DBF61-E148-4215-AF69-30178FB2A906}" srcOrd="0" destOrd="0" presId="urn:microsoft.com/office/officeart/2005/8/layout/orgChart1"/>
    <dgm:cxn modelId="{686690F7-98EB-4157-8AF6-3B801C9E1535}" type="presParOf" srcId="{E67DBF61-E148-4215-AF69-30178FB2A906}" destId="{4CDEEE70-C6BD-47E8-B4F0-BA115C7297A4}" srcOrd="0" destOrd="0" presId="urn:microsoft.com/office/officeart/2005/8/layout/orgChart1"/>
    <dgm:cxn modelId="{6F70D7FE-BEBC-4955-90F7-A721A6B59518}" type="presParOf" srcId="{E67DBF61-E148-4215-AF69-30178FB2A906}" destId="{304EBF43-34E0-4148-84FF-7B0A0EF3F0BF}" srcOrd="1" destOrd="0" presId="urn:microsoft.com/office/officeart/2005/8/layout/orgChart1"/>
    <dgm:cxn modelId="{7A858C8F-12D9-4974-9389-C69212B6ADE1}" type="presParOf" srcId="{BF37B77F-E2EF-494A-AFBA-9D1B2A32B233}" destId="{87111223-8979-47B1-86D5-4BC781BF24E3}" srcOrd="1" destOrd="0" presId="urn:microsoft.com/office/officeart/2005/8/layout/orgChart1"/>
    <dgm:cxn modelId="{6D8D86E9-117B-42D0-B2AE-E8E968CCB110}" type="presParOf" srcId="{87111223-8979-47B1-86D5-4BC781BF24E3}" destId="{74D7EFED-89A8-41FA-81C5-F94FF8E2C953}" srcOrd="0" destOrd="0" presId="urn:microsoft.com/office/officeart/2005/8/layout/orgChart1"/>
    <dgm:cxn modelId="{63C37B28-F6CE-4172-8114-2775A7FE73B4}" type="presParOf" srcId="{87111223-8979-47B1-86D5-4BC781BF24E3}" destId="{7CB03272-9049-417F-89C9-734B41170BAF}" srcOrd="1" destOrd="0" presId="urn:microsoft.com/office/officeart/2005/8/layout/orgChart1"/>
    <dgm:cxn modelId="{40956F0A-2B80-43FB-906F-71C463614C4F}" type="presParOf" srcId="{7CB03272-9049-417F-89C9-734B41170BAF}" destId="{3B988D8D-AC1A-47C4-8255-E9676AE4BEB4}" srcOrd="0" destOrd="0" presId="urn:microsoft.com/office/officeart/2005/8/layout/orgChart1"/>
    <dgm:cxn modelId="{30AD2579-474A-43C1-A83D-CBAC9F52890B}" type="presParOf" srcId="{3B988D8D-AC1A-47C4-8255-E9676AE4BEB4}" destId="{1E25D737-2E05-4FAD-831C-8896458363C1}" srcOrd="0" destOrd="0" presId="urn:microsoft.com/office/officeart/2005/8/layout/orgChart1"/>
    <dgm:cxn modelId="{8BB7FAF9-A659-4503-8C00-DED8FB4A4FD1}" type="presParOf" srcId="{3B988D8D-AC1A-47C4-8255-E9676AE4BEB4}" destId="{15B2067F-B712-404A-B999-66A33EDD6A68}" srcOrd="1" destOrd="0" presId="urn:microsoft.com/office/officeart/2005/8/layout/orgChart1"/>
    <dgm:cxn modelId="{8306F798-719B-4023-AC03-EE19F5F5A38C}" type="presParOf" srcId="{7CB03272-9049-417F-89C9-734B41170BAF}" destId="{EF6BB347-568F-4566-8D86-A829346859ED}" srcOrd="1" destOrd="0" presId="urn:microsoft.com/office/officeart/2005/8/layout/orgChart1"/>
    <dgm:cxn modelId="{10168843-8CAF-4395-B3B2-B58BFC366A8C}" type="presParOf" srcId="{EF6BB347-568F-4566-8D86-A829346859ED}" destId="{52595FDF-08A3-499A-8460-0E872A5790FD}" srcOrd="0" destOrd="0" presId="urn:microsoft.com/office/officeart/2005/8/layout/orgChart1"/>
    <dgm:cxn modelId="{8381DBC1-4196-4A0B-93C2-7C8FC6C18E7B}" type="presParOf" srcId="{EF6BB347-568F-4566-8D86-A829346859ED}" destId="{9D7C66D0-16D5-4FD9-B1D7-FA1393F0AFB5}" srcOrd="1" destOrd="0" presId="urn:microsoft.com/office/officeart/2005/8/layout/orgChart1"/>
    <dgm:cxn modelId="{064FA328-98AC-4061-82C5-76BC52E1754D}" type="presParOf" srcId="{9D7C66D0-16D5-4FD9-B1D7-FA1393F0AFB5}" destId="{802E893B-6961-466F-89AC-225B9DAB135D}" srcOrd="0" destOrd="0" presId="urn:microsoft.com/office/officeart/2005/8/layout/orgChart1"/>
    <dgm:cxn modelId="{B030E20F-9135-44B6-AC51-3903DD3EAC0C}" type="presParOf" srcId="{802E893B-6961-466F-89AC-225B9DAB135D}" destId="{1DC55EF3-5AF2-48F8-AA29-36FD0F4D2150}" srcOrd="0" destOrd="0" presId="urn:microsoft.com/office/officeart/2005/8/layout/orgChart1"/>
    <dgm:cxn modelId="{E16C14AB-6FB8-4E04-9FF4-CC5CD23F26B5}" type="presParOf" srcId="{802E893B-6961-466F-89AC-225B9DAB135D}" destId="{26AC215E-D447-4875-85EE-9ED1C668CDAF}" srcOrd="1" destOrd="0" presId="urn:microsoft.com/office/officeart/2005/8/layout/orgChart1"/>
    <dgm:cxn modelId="{F277E61F-D6EF-4C2B-8A04-562F3AE7D433}" type="presParOf" srcId="{9D7C66D0-16D5-4FD9-B1D7-FA1393F0AFB5}" destId="{DA593F8F-B98A-42D1-8E65-EA350ABC7398}" srcOrd="1" destOrd="0" presId="urn:microsoft.com/office/officeart/2005/8/layout/orgChart1"/>
    <dgm:cxn modelId="{4CE96C14-E0CB-42CA-920E-1141B6FA6710}" type="presParOf" srcId="{DA593F8F-B98A-42D1-8E65-EA350ABC7398}" destId="{16099A23-53F0-444A-8A36-07618A6FC6A0}" srcOrd="0" destOrd="0" presId="urn:microsoft.com/office/officeart/2005/8/layout/orgChart1"/>
    <dgm:cxn modelId="{38DC270D-5CDE-4E57-8CBB-F9290DE379B0}" type="presParOf" srcId="{DA593F8F-B98A-42D1-8E65-EA350ABC7398}" destId="{CFD499D0-6FAE-408C-91A3-5429F10B2851}" srcOrd="1" destOrd="0" presId="urn:microsoft.com/office/officeart/2005/8/layout/orgChart1"/>
    <dgm:cxn modelId="{90450EBA-E3EF-46B5-A092-FA2F3967040D}" type="presParOf" srcId="{CFD499D0-6FAE-408C-91A3-5429F10B2851}" destId="{DDE6A576-471B-4CC6-9291-9614D93C4402}" srcOrd="0" destOrd="0" presId="urn:microsoft.com/office/officeart/2005/8/layout/orgChart1"/>
    <dgm:cxn modelId="{EF0CD1A9-F2D4-481F-8EC2-2FD3CEC81F77}" type="presParOf" srcId="{DDE6A576-471B-4CC6-9291-9614D93C4402}" destId="{04717D9B-1FAB-4605-A789-15B19177E586}" srcOrd="0" destOrd="0" presId="urn:microsoft.com/office/officeart/2005/8/layout/orgChart1"/>
    <dgm:cxn modelId="{EE47048A-3AE4-4595-8C8E-F6053FD3B68A}" type="presParOf" srcId="{DDE6A576-471B-4CC6-9291-9614D93C4402}" destId="{A0A9B7BF-8035-4595-BF12-F463F901EBB4}" srcOrd="1" destOrd="0" presId="urn:microsoft.com/office/officeart/2005/8/layout/orgChart1"/>
    <dgm:cxn modelId="{7C4498D3-4E5A-4B9F-993D-7E52EF724492}" type="presParOf" srcId="{CFD499D0-6FAE-408C-91A3-5429F10B2851}" destId="{FC99CCBD-7400-4116-8D1B-F85BD471B91E}" srcOrd="1" destOrd="0" presId="urn:microsoft.com/office/officeart/2005/8/layout/orgChart1"/>
    <dgm:cxn modelId="{CCC01D90-AA8F-41DE-A66C-BDF10CACB24B}" type="presParOf" srcId="{CFD499D0-6FAE-408C-91A3-5429F10B2851}" destId="{E9673A96-C250-443F-95E2-C66FDDC834C0}" srcOrd="2" destOrd="0" presId="urn:microsoft.com/office/officeart/2005/8/layout/orgChart1"/>
    <dgm:cxn modelId="{75255323-CD11-43DC-B33C-993C13652DA2}" type="presParOf" srcId="{9D7C66D0-16D5-4FD9-B1D7-FA1393F0AFB5}" destId="{7D5E2144-2F43-425A-AFA7-C1C171C3E8D9}" srcOrd="2" destOrd="0" presId="urn:microsoft.com/office/officeart/2005/8/layout/orgChart1"/>
    <dgm:cxn modelId="{6736C4C1-E15A-4D73-831B-5191ADE70B1C}" type="presParOf" srcId="{7CB03272-9049-417F-89C9-734B41170BAF}" destId="{0B903A24-8DFE-4643-BD21-F94A76091EB7}" srcOrd="2" destOrd="0" presId="urn:microsoft.com/office/officeart/2005/8/layout/orgChart1"/>
    <dgm:cxn modelId="{41B29D49-3DF0-44DB-B4BC-EE50F027899E}" type="presParOf" srcId="{87111223-8979-47B1-86D5-4BC781BF24E3}" destId="{A6C917E1-DB7D-4402-9751-A22ED1294816}" srcOrd="2" destOrd="0" presId="urn:microsoft.com/office/officeart/2005/8/layout/orgChart1"/>
    <dgm:cxn modelId="{2675D794-FAE1-4B18-882F-744227B0BACB}" type="presParOf" srcId="{87111223-8979-47B1-86D5-4BC781BF24E3}" destId="{54CE1C5B-7FD2-4ED6-A134-C212C943117E}" srcOrd="3" destOrd="0" presId="urn:microsoft.com/office/officeart/2005/8/layout/orgChart1"/>
    <dgm:cxn modelId="{3FA4D330-E47D-4D1D-AAFE-BE3BECA1FEAF}" type="presParOf" srcId="{54CE1C5B-7FD2-4ED6-A134-C212C943117E}" destId="{5FAFD5B9-5F87-44DD-B72B-9A4162740182}" srcOrd="0" destOrd="0" presId="urn:microsoft.com/office/officeart/2005/8/layout/orgChart1"/>
    <dgm:cxn modelId="{84A81048-2C67-426C-A6B5-8C5F68B28FE2}" type="presParOf" srcId="{5FAFD5B9-5F87-44DD-B72B-9A4162740182}" destId="{4567BD2F-2124-4F8E-96FF-0B5BD8676013}" srcOrd="0" destOrd="0" presId="urn:microsoft.com/office/officeart/2005/8/layout/orgChart1"/>
    <dgm:cxn modelId="{12B7613C-9A5F-4510-85D8-F2E9E949A576}" type="presParOf" srcId="{5FAFD5B9-5F87-44DD-B72B-9A4162740182}" destId="{C8A9CC15-B7D0-4892-8936-9C0CC7F8CF8A}" srcOrd="1" destOrd="0" presId="urn:microsoft.com/office/officeart/2005/8/layout/orgChart1"/>
    <dgm:cxn modelId="{29852B83-8C03-41A4-855D-682970B9FBCE}" type="presParOf" srcId="{54CE1C5B-7FD2-4ED6-A134-C212C943117E}" destId="{6EBFC4BE-4682-4316-81EE-A05E89CA12A1}" srcOrd="1" destOrd="0" presId="urn:microsoft.com/office/officeart/2005/8/layout/orgChart1"/>
    <dgm:cxn modelId="{5A7275E2-2B2E-48C5-A0EB-1FD3F7D347D8}" type="presParOf" srcId="{6EBFC4BE-4682-4316-81EE-A05E89CA12A1}" destId="{E384E98D-3BF8-4822-824D-4EF137CC08CC}" srcOrd="0" destOrd="0" presId="urn:microsoft.com/office/officeart/2005/8/layout/orgChart1"/>
    <dgm:cxn modelId="{7BC0DE23-B1A1-4D53-9175-45B1AA1E746F}" type="presParOf" srcId="{6EBFC4BE-4682-4316-81EE-A05E89CA12A1}" destId="{43BED5DA-5B4D-4BC0-B602-7FE3C9ADACE5}" srcOrd="1" destOrd="0" presId="urn:microsoft.com/office/officeart/2005/8/layout/orgChart1"/>
    <dgm:cxn modelId="{AB15A8CE-B996-45B7-AEFC-4B30C6E19C35}" type="presParOf" srcId="{43BED5DA-5B4D-4BC0-B602-7FE3C9ADACE5}" destId="{2B3D4D9A-0368-4CA2-8C09-196CD2998B9E}" srcOrd="0" destOrd="0" presId="urn:microsoft.com/office/officeart/2005/8/layout/orgChart1"/>
    <dgm:cxn modelId="{BCD24430-4262-4279-832F-80829381688C}" type="presParOf" srcId="{2B3D4D9A-0368-4CA2-8C09-196CD2998B9E}" destId="{6B478582-2F78-4A3B-9435-A85DC6CA182E}" srcOrd="0" destOrd="0" presId="urn:microsoft.com/office/officeart/2005/8/layout/orgChart1"/>
    <dgm:cxn modelId="{C2F7AB87-F027-4A9A-9B67-0E175F697695}" type="presParOf" srcId="{2B3D4D9A-0368-4CA2-8C09-196CD2998B9E}" destId="{203AF892-F7DB-42CE-B9C7-74A9DC2B786F}" srcOrd="1" destOrd="0" presId="urn:microsoft.com/office/officeart/2005/8/layout/orgChart1"/>
    <dgm:cxn modelId="{97E42FF9-D66A-4217-987B-FCEAB05B64DB}" type="presParOf" srcId="{43BED5DA-5B4D-4BC0-B602-7FE3C9ADACE5}" destId="{CB40DCA6-79E6-4C17-A472-126F94BCD233}" srcOrd="1" destOrd="0" presId="urn:microsoft.com/office/officeart/2005/8/layout/orgChart1"/>
    <dgm:cxn modelId="{5C2A7700-49D3-49DC-A098-B9B3417C5BD2}" type="presParOf" srcId="{43BED5DA-5B4D-4BC0-B602-7FE3C9ADACE5}" destId="{36CA783F-5737-4667-9C2D-77C1A555111E}" srcOrd="2" destOrd="0" presId="urn:microsoft.com/office/officeart/2005/8/layout/orgChart1"/>
    <dgm:cxn modelId="{08A79E8F-4D12-4DC9-B962-AB232709B36F}" type="presParOf" srcId="{6EBFC4BE-4682-4316-81EE-A05E89CA12A1}" destId="{1EF3BE70-9A6E-4CF8-8EF4-2575A8E18BC6}" srcOrd="2" destOrd="0" presId="urn:microsoft.com/office/officeart/2005/8/layout/orgChart1"/>
    <dgm:cxn modelId="{5CB03C90-7669-4F67-9C98-2B9158DC8D70}" type="presParOf" srcId="{6EBFC4BE-4682-4316-81EE-A05E89CA12A1}" destId="{22A3C2E7-96E8-4484-94E0-DEF7AD0ABD09}" srcOrd="3" destOrd="0" presId="urn:microsoft.com/office/officeart/2005/8/layout/orgChart1"/>
    <dgm:cxn modelId="{57887D59-8872-473B-AA90-476066B2A5B4}" type="presParOf" srcId="{22A3C2E7-96E8-4484-94E0-DEF7AD0ABD09}" destId="{AC9C68C7-E8C2-4E10-B6BF-0F278F620A3A}" srcOrd="0" destOrd="0" presId="urn:microsoft.com/office/officeart/2005/8/layout/orgChart1"/>
    <dgm:cxn modelId="{B73F748A-1DE6-4508-9BAA-D299802BF040}" type="presParOf" srcId="{AC9C68C7-E8C2-4E10-B6BF-0F278F620A3A}" destId="{765C6764-0FF9-4D39-9DAE-3281767EFA87}" srcOrd="0" destOrd="0" presId="urn:microsoft.com/office/officeart/2005/8/layout/orgChart1"/>
    <dgm:cxn modelId="{47B85547-5B0A-4BA5-A727-E5648E18283A}" type="presParOf" srcId="{AC9C68C7-E8C2-4E10-B6BF-0F278F620A3A}" destId="{08B6F956-CCBA-478E-8044-E0E3E7328322}" srcOrd="1" destOrd="0" presId="urn:microsoft.com/office/officeart/2005/8/layout/orgChart1"/>
    <dgm:cxn modelId="{D63F9729-18EB-41CA-924F-5122DF1C384F}" type="presParOf" srcId="{22A3C2E7-96E8-4484-94E0-DEF7AD0ABD09}" destId="{D2E909B5-8BDD-433A-ACCA-EB77085FD3A2}" srcOrd="1" destOrd="0" presId="urn:microsoft.com/office/officeart/2005/8/layout/orgChart1"/>
    <dgm:cxn modelId="{90A86C91-966A-4808-BAC7-E9AB4B861EAB}" type="presParOf" srcId="{22A3C2E7-96E8-4484-94E0-DEF7AD0ABD09}" destId="{0A8DBCBE-C51B-466C-9A43-2648D1041560}" srcOrd="2" destOrd="0" presId="urn:microsoft.com/office/officeart/2005/8/layout/orgChart1"/>
    <dgm:cxn modelId="{ABCB3BBB-1110-4B68-A31F-9F34C2A168AC}" type="presParOf" srcId="{54CE1C5B-7FD2-4ED6-A134-C212C943117E}" destId="{4C82DBC5-B6F7-4E03-8AB5-CB34114C6270}" srcOrd="2" destOrd="0" presId="urn:microsoft.com/office/officeart/2005/8/layout/orgChart1"/>
    <dgm:cxn modelId="{4B17656D-1146-47EE-8195-7381614E525A}" type="presParOf" srcId="{BF37B77F-E2EF-494A-AFBA-9D1B2A32B233}" destId="{42BC9F5F-E781-482F-B730-715B89BF3E61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EF3BE70-9A6E-4CF8-8EF4-2575A8E18BC6}">
      <dsp:nvSpPr>
        <dsp:cNvPr id="0" name=""/>
        <dsp:cNvSpPr/>
      </dsp:nvSpPr>
      <dsp:spPr>
        <a:xfrm>
          <a:off x="1609774" y="717079"/>
          <a:ext cx="358179" cy="12432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62163"/>
              </a:lnTo>
              <a:lnTo>
                <a:pt x="358179" y="62163"/>
              </a:lnTo>
              <a:lnTo>
                <a:pt x="358179" y="124326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384E98D-3BF8-4822-824D-4EF137CC08CC}">
      <dsp:nvSpPr>
        <dsp:cNvPr id="0" name=""/>
        <dsp:cNvSpPr/>
      </dsp:nvSpPr>
      <dsp:spPr>
        <a:xfrm>
          <a:off x="1251594" y="717079"/>
          <a:ext cx="358179" cy="124326"/>
        </a:xfrm>
        <a:custGeom>
          <a:avLst/>
          <a:gdLst/>
          <a:ahLst/>
          <a:cxnLst/>
          <a:rect l="0" t="0" r="0" b="0"/>
          <a:pathLst>
            <a:path>
              <a:moveTo>
                <a:pt x="358179" y="0"/>
              </a:moveTo>
              <a:lnTo>
                <a:pt x="358179" y="62163"/>
              </a:lnTo>
              <a:lnTo>
                <a:pt x="0" y="62163"/>
              </a:lnTo>
              <a:lnTo>
                <a:pt x="0" y="124326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6C917E1-DB7D-4402-9751-A22ED1294816}">
      <dsp:nvSpPr>
        <dsp:cNvPr id="0" name=""/>
        <dsp:cNvSpPr/>
      </dsp:nvSpPr>
      <dsp:spPr>
        <a:xfrm>
          <a:off x="1072505" y="296735"/>
          <a:ext cx="537269" cy="12432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62163"/>
              </a:lnTo>
              <a:lnTo>
                <a:pt x="537269" y="62163"/>
              </a:lnTo>
              <a:lnTo>
                <a:pt x="537269" y="124326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6099A23-53F0-444A-8A36-07618A6FC6A0}">
      <dsp:nvSpPr>
        <dsp:cNvPr id="0" name=""/>
        <dsp:cNvSpPr/>
      </dsp:nvSpPr>
      <dsp:spPr>
        <a:xfrm>
          <a:off x="252702" y="1137422"/>
          <a:ext cx="91440" cy="272334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72334"/>
              </a:lnTo>
              <a:lnTo>
                <a:pt x="134524" y="272334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2595FDF-08A3-499A-8460-0E872A5790FD}">
      <dsp:nvSpPr>
        <dsp:cNvPr id="0" name=""/>
        <dsp:cNvSpPr/>
      </dsp:nvSpPr>
      <dsp:spPr>
        <a:xfrm>
          <a:off x="489515" y="717079"/>
          <a:ext cx="91440" cy="124326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124326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4D7EFED-89A8-41FA-81C5-F94FF8E2C953}">
      <dsp:nvSpPr>
        <dsp:cNvPr id="0" name=""/>
        <dsp:cNvSpPr/>
      </dsp:nvSpPr>
      <dsp:spPr>
        <a:xfrm>
          <a:off x="535235" y="296735"/>
          <a:ext cx="537269" cy="124326"/>
        </a:xfrm>
        <a:custGeom>
          <a:avLst/>
          <a:gdLst/>
          <a:ahLst/>
          <a:cxnLst/>
          <a:rect l="0" t="0" r="0" b="0"/>
          <a:pathLst>
            <a:path>
              <a:moveTo>
                <a:pt x="537269" y="0"/>
              </a:moveTo>
              <a:lnTo>
                <a:pt x="537269" y="62163"/>
              </a:lnTo>
              <a:lnTo>
                <a:pt x="0" y="62163"/>
              </a:lnTo>
              <a:lnTo>
                <a:pt x="0" y="124326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CDEEE70-C6BD-47E8-B4F0-BA115C7297A4}">
      <dsp:nvSpPr>
        <dsp:cNvPr id="0" name=""/>
        <dsp:cNvSpPr/>
      </dsp:nvSpPr>
      <dsp:spPr>
        <a:xfrm>
          <a:off x="776488" y="719"/>
          <a:ext cx="592032" cy="29601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CH" sz="2000" kern="1200" dirty="0"/>
            <a:t> </a:t>
          </a:r>
        </a:p>
      </dsp:txBody>
      <dsp:txXfrm>
        <a:off x="776488" y="719"/>
        <a:ext cx="592032" cy="296016"/>
      </dsp:txXfrm>
    </dsp:sp>
    <dsp:sp modelId="{1E25D737-2E05-4FAD-831C-8896458363C1}">
      <dsp:nvSpPr>
        <dsp:cNvPr id="0" name=""/>
        <dsp:cNvSpPr/>
      </dsp:nvSpPr>
      <dsp:spPr>
        <a:xfrm>
          <a:off x="239219" y="421062"/>
          <a:ext cx="592032" cy="296016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CH" sz="2000" kern="1200" dirty="0"/>
            <a:t> </a:t>
          </a:r>
        </a:p>
      </dsp:txBody>
      <dsp:txXfrm>
        <a:off x="239219" y="421062"/>
        <a:ext cx="592032" cy="296016"/>
      </dsp:txXfrm>
    </dsp:sp>
    <dsp:sp modelId="{1DC55EF3-5AF2-48F8-AA29-36FD0F4D2150}">
      <dsp:nvSpPr>
        <dsp:cNvPr id="0" name=""/>
        <dsp:cNvSpPr/>
      </dsp:nvSpPr>
      <dsp:spPr>
        <a:xfrm>
          <a:off x="239219" y="841405"/>
          <a:ext cx="592032" cy="296016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de-CH" sz="2000" kern="1200" dirty="0"/>
        </a:p>
      </dsp:txBody>
      <dsp:txXfrm>
        <a:off x="239219" y="841405"/>
        <a:ext cx="592032" cy="296016"/>
      </dsp:txXfrm>
    </dsp:sp>
    <dsp:sp modelId="{04717D9B-1FAB-4605-A789-15B19177E586}">
      <dsp:nvSpPr>
        <dsp:cNvPr id="0" name=""/>
        <dsp:cNvSpPr/>
      </dsp:nvSpPr>
      <dsp:spPr>
        <a:xfrm>
          <a:off x="387227" y="1261749"/>
          <a:ext cx="592032" cy="296016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de-CH" sz="2000" kern="1200" dirty="0"/>
        </a:p>
      </dsp:txBody>
      <dsp:txXfrm>
        <a:off x="387227" y="1261749"/>
        <a:ext cx="592032" cy="296016"/>
      </dsp:txXfrm>
    </dsp:sp>
    <dsp:sp modelId="{4567BD2F-2124-4F8E-96FF-0B5BD8676013}">
      <dsp:nvSpPr>
        <dsp:cNvPr id="0" name=""/>
        <dsp:cNvSpPr/>
      </dsp:nvSpPr>
      <dsp:spPr>
        <a:xfrm>
          <a:off x="1313758" y="421062"/>
          <a:ext cx="592032" cy="296016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CH" sz="2000" kern="1200" dirty="0"/>
            <a:t> </a:t>
          </a:r>
        </a:p>
      </dsp:txBody>
      <dsp:txXfrm>
        <a:off x="1313758" y="421062"/>
        <a:ext cx="592032" cy="296016"/>
      </dsp:txXfrm>
    </dsp:sp>
    <dsp:sp modelId="{6B478582-2F78-4A3B-9435-A85DC6CA182E}">
      <dsp:nvSpPr>
        <dsp:cNvPr id="0" name=""/>
        <dsp:cNvSpPr/>
      </dsp:nvSpPr>
      <dsp:spPr>
        <a:xfrm>
          <a:off x="955578" y="841405"/>
          <a:ext cx="592032" cy="296016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de-CH" sz="2000" kern="1200" dirty="0"/>
        </a:p>
      </dsp:txBody>
      <dsp:txXfrm>
        <a:off x="955578" y="841405"/>
        <a:ext cx="592032" cy="296016"/>
      </dsp:txXfrm>
    </dsp:sp>
    <dsp:sp modelId="{765C6764-0FF9-4D39-9DAE-3281767EFA87}">
      <dsp:nvSpPr>
        <dsp:cNvPr id="0" name=""/>
        <dsp:cNvSpPr/>
      </dsp:nvSpPr>
      <dsp:spPr>
        <a:xfrm>
          <a:off x="1671938" y="841405"/>
          <a:ext cx="592032" cy="296016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de-CH" sz="2000" kern="1200" dirty="0"/>
        </a:p>
      </dsp:txBody>
      <dsp:txXfrm>
        <a:off x="1671938" y="841405"/>
        <a:ext cx="592032" cy="29601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476672" y="229395"/>
            <a:ext cx="4320480" cy="310159"/>
          </a:xfrm>
          <a:prstGeom prst="rect">
            <a:avLst/>
          </a:prstGeom>
        </p:spPr>
        <p:txBody>
          <a:bodyPr vert="horz" lIns="0" tIns="0" rIns="0" bIns="0" rtlCol="0"/>
          <a:lstStyle>
            <a:lvl1pPr algn="l">
              <a:defRPr sz="1200"/>
            </a:lvl1pPr>
          </a:lstStyle>
          <a:p>
            <a:r>
              <a:rPr lang="de-CH" sz="900"/>
              <a:t>Kopfzeilentext</a:t>
            </a:r>
            <a:endParaRPr lang="de-CH" sz="900" dirty="0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5137720" y="229395"/>
            <a:ext cx="1243608" cy="310159"/>
          </a:xfrm>
          <a:prstGeom prst="rect">
            <a:avLst/>
          </a:prstGeom>
        </p:spPr>
        <p:txBody>
          <a:bodyPr vert="horz" lIns="0" tIns="0" rIns="0" bIns="0" rtlCol="0"/>
          <a:lstStyle>
            <a:lvl1pPr algn="r">
              <a:defRPr sz="1200"/>
            </a:lvl1pPr>
          </a:lstStyle>
          <a:p>
            <a:fld id="{EEC665CA-D682-48EC-95D2-126FD6449D65}" type="datetime1">
              <a:rPr lang="de-CH" sz="900" smtClean="0"/>
              <a:t>18.10.2026</a:t>
            </a:fld>
            <a:endParaRPr lang="de-CH" sz="90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476672" y="8489144"/>
            <a:ext cx="4320480" cy="331331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1200"/>
            </a:lvl1pPr>
          </a:lstStyle>
          <a:p>
            <a:r>
              <a:rPr lang="de-CH" sz="900"/>
              <a:t>Fusszeilentext</a:t>
            </a:r>
            <a:endParaRPr lang="de-CH" sz="900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5137720" y="8489146"/>
            <a:ext cx="1243608" cy="331329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r">
              <a:defRPr sz="1200"/>
            </a:lvl1pPr>
          </a:lstStyle>
          <a:p>
            <a:fld id="{2CEDAA2C-602C-494B-9BFF-F0D7FF14E319}" type="slidenum">
              <a:rPr lang="de-CH" sz="900" smtClean="0"/>
              <a:t>‹N°›</a:t>
            </a:fld>
            <a:endParaRPr lang="de-CH" sz="900" dirty="0"/>
          </a:p>
        </p:txBody>
      </p:sp>
    </p:spTree>
    <p:extLst>
      <p:ext uri="{BB962C8B-B14F-4D97-AF65-F5344CB8AC3E}">
        <p14:creationId xmlns:p14="http://schemas.microsoft.com/office/powerpoint/2010/main" val="1625002673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olienbildplatzhalter 11"/>
          <p:cNvSpPr>
            <a:spLocks noGrp="1" noRot="1" noChangeAspect="1"/>
          </p:cNvSpPr>
          <p:nvPr>
            <p:ph type="sldImg" idx="2"/>
          </p:nvPr>
        </p:nvSpPr>
        <p:spPr>
          <a:xfrm>
            <a:off x="773424" y="1246193"/>
            <a:ext cx="5560412" cy="3127732"/>
          </a:xfrm>
          <a:prstGeom prst="rect">
            <a:avLst/>
          </a:prstGeom>
          <a:noFill/>
          <a:ln w="3175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CH"/>
          </a:p>
        </p:txBody>
      </p:sp>
      <p:sp>
        <p:nvSpPr>
          <p:cNvPr id="14" name="Fußzeilenplatzhalter 13"/>
          <p:cNvSpPr>
            <a:spLocks noGrp="1"/>
          </p:cNvSpPr>
          <p:nvPr>
            <p:ph type="ftr" sz="quarter" idx="4"/>
          </p:nvPr>
        </p:nvSpPr>
        <p:spPr>
          <a:xfrm>
            <a:off x="775244" y="8964488"/>
            <a:ext cx="2230428" cy="179512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l">
              <a:defRPr sz="900"/>
            </a:lvl1pPr>
          </a:lstStyle>
          <a:p>
            <a:r>
              <a:rPr lang="de-CH" dirty="0"/>
              <a:t>Fusszeilentext</a:t>
            </a:r>
          </a:p>
        </p:txBody>
      </p:sp>
      <p:sp>
        <p:nvSpPr>
          <p:cNvPr id="15" name="Foliennummernplatzhalter 14"/>
          <p:cNvSpPr>
            <a:spLocks noGrp="1"/>
          </p:cNvSpPr>
          <p:nvPr>
            <p:ph type="sldNum" sz="quarter" idx="5"/>
          </p:nvPr>
        </p:nvSpPr>
        <p:spPr>
          <a:xfrm>
            <a:off x="5462663" y="8964488"/>
            <a:ext cx="871173" cy="179512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r">
              <a:defRPr sz="900"/>
            </a:lvl1pPr>
          </a:lstStyle>
          <a:p>
            <a:fld id="{83C81C81-E364-4366-A610-2DB15FF98538}" type="slidenum">
              <a:rPr lang="de-CH" smtClean="0"/>
              <a:pPr/>
              <a:t>‹N°›</a:t>
            </a:fld>
            <a:endParaRPr lang="de-CH" dirty="0"/>
          </a:p>
        </p:txBody>
      </p:sp>
      <p:sp>
        <p:nvSpPr>
          <p:cNvPr id="16" name="Notizenplatzhalter 15"/>
          <p:cNvSpPr>
            <a:spLocks noGrp="1"/>
          </p:cNvSpPr>
          <p:nvPr>
            <p:ph type="body" sz="quarter" idx="3"/>
          </p:nvPr>
        </p:nvSpPr>
        <p:spPr>
          <a:xfrm>
            <a:off x="773424" y="4644008"/>
            <a:ext cx="5560412" cy="3888432"/>
          </a:xfrm>
          <a:prstGeom prst="rect">
            <a:avLst/>
          </a:prstGeom>
        </p:spPr>
        <p:txBody>
          <a:bodyPr vert="horz" lIns="0" tIns="0" rIns="0" bIns="0" rtlCol="0"/>
          <a:lstStyle/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de-CH" dirty="0"/>
          </a:p>
        </p:txBody>
      </p:sp>
      <p:sp>
        <p:nvSpPr>
          <p:cNvPr id="17" name="Datumsplatzhalter 16"/>
          <p:cNvSpPr>
            <a:spLocks noGrp="1"/>
          </p:cNvSpPr>
          <p:nvPr>
            <p:ph type="dt" idx="1"/>
          </p:nvPr>
        </p:nvSpPr>
        <p:spPr>
          <a:xfrm>
            <a:off x="4229809" y="425838"/>
            <a:ext cx="2095308" cy="185722"/>
          </a:xfrm>
          <a:prstGeom prst="rect">
            <a:avLst/>
          </a:prstGeom>
        </p:spPr>
        <p:txBody>
          <a:bodyPr vert="horz" lIns="0" tIns="0" rIns="0" bIns="0" rtlCol="0"/>
          <a:lstStyle>
            <a:lvl1pPr algn="r">
              <a:defRPr sz="900"/>
            </a:lvl1pPr>
          </a:lstStyle>
          <a:p>
            <a:fld id="{A17AAF7D-4283-4014-80F4-26E915FEACF8}" type="datetime1">
              <a:rPr lang="de-CH" smtClean="0"/>
              <a:t>18.10.2026</a:t>
            </a:fld>
            <a:endParaRPr lang="de-CH" dirty="0"/>
          </a:p>
        </p:txBody>
      </p:sp>
      <p:sp>
        <p:nvSpPr>
          <p:cNvPr id="18" name="Kopfzeilenplatzhalter 17"/>
          <p:cNvSpPr>
            <a:spLocks noGrp="1"/>
          </p:cNvSpPr>
          <p:nvPr>
            <p:ph type="hdr" sz="quarter"/>
          </p:nvPr>
        </p:nvSpPr>
        <p:spPr>
          <a:xfrm>
            <a:off x="764704" y="432000"/>
            <a:ext cx="3249080" cy="179560"/>
          </a:xfrm>
          <a:prstGeom prst="rect">
            <a:avLst/>
          </a:prstGeom>
        </p:spPr>
        <p:txBody>
          <a:bodyPr vert="horz" lIns="0" tIns="0" rIns="0" bIns="0" rtlCol="0"/>
          <a:lstStyle>
            <a:lvl1pPr algn="l">
              <a:defRPr sz="900"/>
            </a:lvl1pPr>
          </a:lstStyle>
          <a:p>
            <a:r>
              <a:rPr lang="de-CH"/>
              <a:t>Kopfzeilentext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311709705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spcAft>
        <a:spcPts val="600"/>
      </a:spcAft>
      <a:defRPr sz="1100" kern="1200">
        <a:solidFill>
          <a:schemeClr val="tx1"/>
        </a:solidFill>
        <a:latin typeface="+mn-lt"/>
        <a:ea typeface="+mn-ea"/>
        <a:cs typeface="+mn-cs"/>
      </a:defRPr>
    </a:lvl1pPr>
    <a:lvl2pPr marL="177800" indent="-177800" algn="l" defTabSz="914400" rtl="0" eaLnBrk="1" latinLnBrk="0" hangingPunct="1">
      <a:spcAft>
        <a:spcPts val="600"/>
      </a:spcAft>
      <a:buFont typeface="Arial" panose="020B0604020202020204" pitchFamily="34" charset="0"/>
      <a:buChar char="‒"/>
      <a:defRPr sz="1100" kern="1200">
        <a:solidFill>
          <a:schemeClr val="tx1"/>
        </a:solidFill>
        <a:latin typeface="+mn-lt"/>
        <a:ea typeface="+mn-ea"/>
        <a:cs typeface="+mn-cs"/>
      </a:defRPr>
    </a:lvl2pPr>
    <a:lvl3pPr marL="357188" indent="-179388" algn="l" defTabSz="914400" rtl="0" eaLnBrk="1" latinLnBrk="0" hangingPunct="1">
      <a:spcAft>
        <a:spcPts val="600"/>
      </a:spcAft>
      <a:buFont typeface="Arial" panose="020B0604020202020204" pitchFamily="34" charset="0"/>
      <a:buChar char="‒"/>
      <a:defRPr sz="1100" kern="1200">
        <a:solidFill>
          <a:schemeClr val="tx1"/>
        </a:solidFill>
        <a:latin typeface="+mn-lt"/>
        <a:ea typeface="+mn-ea"/>
        <a:cs typeface="+mn-cs"/>
      </a:defRPr>
    </a:lvl3pPr>
    <a:lvl4pPr marL="534988" indent="-177800" algn="l" defTabSz="914400" rtl="0" eaLnBrk="1" latinLnBrk="0" hangingPunct="1">
      <a:spcAft>
        <a:spcPts val="600"/>
      </a:spcAft>
      <a:buFont typeface="Arial" panose="020B0604020202020204" pitchFamily="34" charset="0"/>
      <a:buChar char="‒"/>
      <a:defRPr sz="1100" kern="1200">
        <a:solidFill>
          <a:schemeClr val="tx1"/>
        </a:solidFill>
        <a:latin typeface="+mn-lt"/>
        <a:ea typeface="+mn-ea"/>
        <a:cs typeface="+mn-cs"/>
      </a:defRPr>
    </a:lvl4pPr>
    <a:lvl5pPr marL="720725" indent="-185738" algn="l" defTabSz="914400" rtl="0" eaLnBrk="1" latinLnBrk="0" hangingPunct="1">
      <a:spcAft>
        <a:spcPts val="600"/>
      </a:spcAft>
      <a:buFont typeface="Arial" panose="020B0604020202020204" pitchFamily="34" charset="0"/>
      <a:buChar char="‒"/>
      <a:defRPr sz="11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620713" y="1116013"/>
            <a:ext cx="5630862" cy="3168650"/>
          </a:xfrm>
          <a:prstGeom prst="rect">
            <a:avLst/>
          </a:prstGeo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>
          <a:xfrm>
            <a:off x="685801" y="4885877"/>
            <a:ext cx="5449821" cy="3502547"/>
          </a:xfrm>
          <a:prstGeom prst="rect">
            <a:avLst/>
          </a:prstGeom>
        </p:spPr>
        <p:txBody>
          <a:bodyPr/>
          <a:lstStyle/>
          <a:p>
            <a:endParaRPr lang="de-CH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>
          <a:xfrm>
            <a:off x="4869160" y="8460434"/>
            <a:ext cx="1368152" cy="342951"/>
          </a:xfrm>
          <a:prstGeom prst="rect">
            <a:avLst/>
          </a:prstGeom>
        </p:spPr>
        <p:txBody>
          <a:bodyPr/>
          <a:lstStyle/>
          <a:p>
            <a:fld id="{3A493298-6094-4361-B311-891E531296F6}" type="slidenum">
              <a:rPr lang="de-CH" smtClean="0"/>
              <a:pPr/>
              <a:t>8</a:t>
            </a:fld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149452958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620713" y="1116013"/>
            <a:ext cx="5630862" cy="3168650"/>
          </a:xfrm>
          <a:prstGeom prst="rect">
            <a:avLst/>
          </a:prstGeo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>
          <a:xfrm>
            <a:off x="685801" y="4885877"/>
            <a:ext cx="5449821" cy="3502547"/>
          </a:xfrm>
          <a:prstGeom prst="rect">
            <a:avLst/>
          </a:prstGeom>
        </p:spPr>
        <p:txBody>
          <a:bodyPr/>
          <a:lstStyle/>
          <a:p>
            <a:endParaRPr lang="de-CH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>
          <a:xfrm>
            <a:off x="4869160" y="8460434"/>
            <a:ext cx="1368152" cy="342951"/>
          </a:xfrm>
          <a:prstGeom prst="rect">
            <a:avLst/>
          </a:prstGeom>
        </p:spPr>
        <p:txBody>
          <a:bodyPr/>
          <a:lstStyle/>
          <a:p>
            <a:fld id="{3A493298-6094-4361-B311-891E531296F6}" type="slidenum">
              <a:rPr lang="de-CH" smtClean="0"/>
              <a:pPr/>
              <a:t>18</a:t>
            </a:fld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39267216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 hasCustomPrompt="1"/>
          </p:nvPr>
        </p:nvSpPr>
        <p:spPr>
          <a:xfrm>
            <a:off x="839788" y="2132856"/>
            <a:ext cx="8496300" cy="1558082"/>
          </a:xfrm>
        </p:spPr>
        <p:txBody>
          <a:bodyPr anchor="b"/>
          <a:lstStyle>
            <a:lvl1pPr algn="l">
              <a:lnSpc>
                <a:spcPct val="105000"/>
              </a:lnSpc>
              <a:defRPr sz="5100"/>
            </a:lvl1pPr>
          </a:lstStyle>
          <a:p>
            <a:r>
              <a:rPr lang="de-CH" dirty="0"/>
              <a:t>Titel (maximal zwei Zeilen)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 hasCustomPrompt="1"/>
          </p:nvPr>
        </p:nvSpPr>
        <p:spPr>
          <a:xfrm>
            <a:off x="839788" y="3757613"/>
            <a:ext cx="8496300" cy="1500187"/>
          </a:xfrm>
        </p:spPr>
        <p:txBody>
          <a:bodyPr/>
          <a:lstStyle>
            <a:lvl1pPr marL="0" indent="0" algn="l">
              <a:buNone/>
              <a:defRPr sz="5100">
                <a:solidFill>
                  <a:srgbClr val="999999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Untertitel hinzufügen</a:t>
            </a:r>
            <a:endParaRPr lang="de-CH" dirty="0"/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188CD8-7FF1-4ED3-8276-926FEB01991B}" type="datetime4">
              <a:rPr lang="de-CH" smtClean="0"/>
              <a:t>18. Oktober 2026</a:t>
            </a:fld>
            <a:endParaRPr lang="de-CH" dirty="0"/>
          </a:p>
        </p:txBody>
      </p:sp>
      <p:sp>
        <p:nvSpPr>
          <p:cNvPr id="9" name="Fußzeilenplatzhalt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CH"/>
              <a:t>Klassifizierung: intern / vertraulich / geheim</a:t>
            </a:r>
            <a:endParaRPr lang="de-CH" dirty="0"/>
          </a:p>
        </p:txBody>
      </p:sp>
      <p:sp>
        <p:nvSpPr>
          <p:cNvPr id="10" name="Foliennummernplatzhalt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de-CH" smtClean="0"/>
              <a:pPr/>
              <a:t>‹N°›</a:t>
            </a:fld>
            <a:endParaRPr lang="de-CH" dirty="0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03DC6B3D-051C-4BB5-9F4B-3A2474AD930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39788" y="1881188"/>
            <a:ext cx="5256212" cy="252412"/>
          </a:xfrm>
        </p:spPr>
        <p:txBody>
          <a:bodyPr lIns="18000"/>
          <a:lstStyle>
            <a:lvl1pPr>
              <a:defRPr sz="1300" b="1" spc="-20" baseline="0">
                <a:solidFill>
                  <a:srgbClr val="EA161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Spitzmarke hinzufügen</a:t>
            </a:r>
            <a:endParaRPr lang="de-CH" dirty="0"/>
          </a:p>
        </p:txBody>
      </p:sp>
      <p:sp>
        <p:nvSpPr>
          <p:cNvPr id="11" name="Textplatzhalter 4">
            <a:extLst>
              <a:ext uri="{FF2B5EF4-FFF2-40B4-BE49-F238E27FC236}">
                <a16:creationId xmlns:a16="http://schemas.microsoft.com/office/drawing/2014/main" id="{F6BA63E4-E10F-4E0A-91F5-2A2F8422535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39788" y="6033704"/>
            <a:ext cx="5256212" cy="430643"/>
          </a:xfrm>
        </p:spPr>
        <p:txBody>
          <a:bodyPr anchor="b"/>
          <a:lstStyle>
            <a:lvl1pPr>
              <a:defRPr sz="1300" b="0" spc="0" baseline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Referent/-in</a:t>
            </a:r>
            <a:br>
              <a:rPr lang="de-DE" dirty="0"/>
            </a:br>
            <a:r>
              <a:rPr lang="de-DE" dirty="0"/>
              <a:t>Organisationseinheit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13385399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 mit Bild (hell)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Bildplatzhalter 4">
            <a:extLst>
              <a:ext uri="{FF2B5EF4-FFF2-40B4-BE49-F238E27FC236}">
                <a16:creationId xmlns:a16="http://schemas.microsoft.com/office/drawing/2014/main" id="{60DBF63A-340F-460B-96E6-FC454B3EB6E5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0"/>
            <a:ext cx="12192000" cy="6858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lIns="9432000" tIns="720000" rIns="360000" anchor="ctr"/>
          <a:lstStyle>
            <a:lvl1pPr algn="l"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</a:lstStyle>
          <a:p>
            <a:r>
              <a:rPr lang="de-CH" dirty="0"/>
              <a:t>Hintergrundbild durch «Drag &amp; Drop» in den Bildplatzhalter ziehen.</a:t>
            </a:r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6A410D26-1556-455F-8E0C-7721F22645D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-240704" y="0"/>
            <a:ext cx="168696" cy="6858000"/>
          </a:xfrm>
          <a:solidFill>
            <a:srgbClr val="FFFFFF">
              <a:alpha val="69804"/>
            </a:srgbClr>
          </a:solidFill>
        </p:spPr>
        <p:txBody>
          <a:bodyPr vert="vert270" lIns="18000" rIns="18000" anchor="t"/>
          <a:lstStyle>
            <a:lvl1pPr algn="r">
              <a:defRPr sz="820">
                <a:solidFill>
                  <a:schemeClr val="bg2"/>
                </a:solidFill>
              </a:defRPr>
            </a:lvl1pPr>
          </a:lstStyle>
          <a:p>
            <a:pPr lvl="0"/>
            <a:r>
              <a:rPr lang="de-DE" dirty="0"/>
              <a:t>Helle transparente Fläche – kann über das Hintergrundbild gezogen werden.</a:t>
            </a:r>
            <a:endParaRPr lang="de-CH" dirty="0"/>
          </a:p>
        </p:txBody>
      </p:sp>
      <p:sp>
        <p:nvSpPr>
          <p:cNvPr id="3" name="Untertitel 2"/>
          <p:cNvSpPr>
            <a:spLocks noGrp="1"/>
          </p:cNvSpPr>
          <p:nvPr>
            <p:ph type="subTitle" idx="1" hasCustomPrompt="1"/>
          </p:nvPr>
        </p:nvSpPr>
        <p:spPr>
          <a:xfrm>
            <a:off x="839788" y="3757613"/>
            <a:ext cx="8496300" cy="1500187"/>
          </a:xfrm>
        </p:spPr>
        <p:txBody>
          <a:bodyPr/>
          <a:lstStyle>
            <a:lvl1pPr marL="0" indent="0" algn="l">
              <a:buNone/>
              <a:defRPr sz="5100">
                <a:solidFill>
                  <a:srgbClr val="999999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Untertitel hinzufügen</a:t>
            </a:r>
            <a:endParaRPr lang="de-CH" dirty="0"/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FE384C9-A36A-4C51-A757-4015A728520B}" type="datetime4">
              <a:rPr lang="de-CH" smtClean="0"/>
              <a:t>18. Oktober 2026</a:t>
            </a:fld>
            <a:endParaRPr lang="de-CH" dirty="0"/>
          </a:p>
        </p:txBody>
      </p:sp>
      <p:sp>
        <p:nvSpPr>
          <p:cNvPr id="9" name="Fußzeilenplatzhalt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de-CH"/>
              <a:t>Klassifizierung: intern / vertraulich / geheim</a:t>
            </a:r>
            <a:endParaRPr lang="de-CH" dirty="0"/>
          </a:p>
        </p:txBody>
      </p:sp>
      <p:sp>
        <p:nvSpPr>
          <p:cNvPr id="10" name="Foliennummernplatzhalt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42AD375-037F-43D0-B059-5172DA06796A}" type="slidenum">
              <a:rPr lang="de-CH" smtClean="0"/>
              <a:pPr/>
              <a:t>‹N°›</a:t>
            </a:fld>
            <a:endParaRPr lang="de-CH" dirty="0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03DC6B3D-051C-4BB5-9F4B-3A2474AD930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39788" y="1881188"/>
            <a:ext cx="5256212" cy="252412"/>
          </a:xfrm>
        </p:spPr>
        <p:txBody>
          <a:bodyPr lIns="18000"/>
          <a:lstStyle>
            <a:lvl1pPr>
              <a:defRPr sz="1300" b="1" spc="-20" baseline="0">
                <a:solidFill>
                  <a:srgbClr val="EA161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Spitzmarke hinzufügen</a:t>
            </a:r>
            <a:endParaRPr lang="de-CH" dirty="0"/>
          </a:p>
        </p:txBody>
      </p:sp>
      <p:sp>
        <p:nvSpPr>
          <p:cNvPr id="13" name="Textplatzhalter 4">
            <a:extLst>
              <a:ext uri="{FF2B5EF4-FFF2-40B4-BE49-F238E27FC236}">
                <a16:creationId xmlns:a16="http://schemas.microsoft.com/office/drawing/2014/main" id="{85EFC2AA-536C-4AE6-B953-354A6935FCE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91600" y="180000"/>
            <a:ext cx="1483200" cy="694800"/>
          </a:xfrm>
          <a:blipFill>
            <a:blip r:embed="rId2"/>
            <a:stretch>
              <a:fillRect/>
            </a:stretch>
          </a:blipFill>
        </p:spPr>
        <p:txBody>
          <a:bodyPr/>
          <a:lstStyle>
            <a:lvl1pPr>
              <a:defRPr sz="500" b="0" spc="0" baseline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   </a:t>
            </a:r>
            <a:endParaRPr lang="de-CH" dirty="0"/>
          </a:p>
        </p:txBody>
      </p:sp>
      <p:sp>
        <p:nvSpPr>
          <p:cNvPr id="15" name="Textplatzhalter 4">
            <a:extLst>
              <a:ext uri="{FF2B5EF4-FFF2-40B4-BE49-F238E27FC236}">
                <a16:creationId xmlns:a16="http://schemas.microsoft.com/office/drawing/2014/main" id="{5635797A-88C8-4B59-88E9-2DAF61D2598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39788" y="6033704"/>
            <a:ext cx="5256212" cy="430643"/>
          </a:xfrm>
        </p:spPr>
        <p:txBody>
          <a:bodyPr anchor="b"/>
          <a:lstStyle>
            <a:lvl1pPr>
              <a:defRPr sz="1300" b="0" spc="0" baseline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Referent/-in</a:t>
            </a:r>
            <a:br>
              <a:rPr lang="de-DE" dirty="0"/>
            </a:br>
            <a:r>
              <a:rPr lang="de-DE" dirty="0"/>
              <a:t>Organisationseinheit</a:t>
            </a:r>
            <a:endParaRPr lang="de-CH" dirty="0"/>
          </a:p>
        </p:txBody>
      </p:sp>
      <p:sp>
        <p:nvSpPr>
          <p:cNvPr id="2" name="Titel 1"/>
          <p:cNvSpPr>
            <a:spLocks noGrp="1"/>
          </p:cNvSpPr>
          <p:nvPr>
            <p:ph type="ctrTitle" hasCustomPrompt="1"/>
          </p:nvPr>
        </p:nvSpPr>
        <p:spPr>
          <a:xfrm>
            <a:off x="839788" y="2132856"/>
            <a:ext cx="8496300" cy="1558082"/>
          </a:xfrm>
        </p:spPr>
        <p:txBody>
          <a:bodyPr anchor="b"/>
          <a:lstStyle>
            <a:lvl1pPr algn="l">
              <a:lnSpc>
                <a:spcPct val="105000"/>
              </a:lnSpc>
              <a:defRPr sz="5100"/>
            </a:lvl1pPr>
          </a:lstStyle>
          <a:p>
            <a:r>
              <a:rPr lang="de-CH" dirty="0"/>
              <a:t>Titel (maximal zwei Zeilen)</a:t>
            </a:r>
          </a:p>
        </p:txBody>
      </p:sp>
    </p:spTree>
    <p:extLst>
      <p:ext uri="{BB962C8B-B14F-4D97-AF65-F5344CB8AC3E}">
        <p14:creationId xmlns:p14="http://schemas.microsoft.com/office/powerpoint/2010/main" val="10096352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 mit Bild (dunke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ildplatzhalter 4">
            <a:extLst>
              <a:ext uri="{FF2B5EF4-FFF2-40B4-BE49-F238E27FC236}">
                <a16:creationId xmlns:a16="http://schemas.microsoft.com/office/drawing/2014/main" id="{6A2DDBDC-F105-48B2-B9F8-38121A7EA8C9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0"/>
            <a:ext cx="12192000" cy="6858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lIns="9432000" tIns="720000" rIns="360000" anchor="ctr"/>
          <a:lstStyle>
            <a:lvl1pPr algn="l"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</a:lstStyle>
          <a:p>
            <a:r>
              <a:rPr lang="de-CH" dirty="0"/>
              <a:t>Hintergrundbild durch «Drag &amp; Drop» in den Bildplatzhalter ziehen.</a:t>
            </a:r>
          </a:p>
        </p:txBody>
      </p:sp>
      <p:sp>
        <p:nvSpPr>
          <p:cNvPr id="11" name="Textplatzhalter 7">
            <a:extLst>
              <a:ext uri="{FF2B5EF4-FFF2-40B4-BE49-F238E27FC236}">
                <a16:creationId xmlns:a16="http://schemas.microsoft.com/office/drawing/2014/main" id="{97E9A6A2-BECC-4EE3-BDC3-5BB494708F2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-240704" y="0"/>
            <a:ext cx="168696" cy="6858000"/>
          </a:xfrm>
          <a:solidFill>
            <a:schemeClr val="accent1">
              <a:alpha val="69804"/>
            </a:schemeClr>
          </a:solidFill>
        </p:spPr>
        <p:txBody>
          <a:bodyPr vert="vert270" lIns="18000" rIns="18000" anchor="t"/>
          <a:lstStyle>
            <a:lvl1pPr algn="r">
              <a:defRPr sz="820">
                <a:solidFill>
                  <a:schemeClr val="bg2"/>
                </a:solidFill>
              </a:defRPr>
            </a:lvl1pPr>
          </a:lstStyle>
          <a:p>
            <a:pPr lvl="0"/>
            <a:r>
              <a:rPr lang="de-DE" dirty="0"/>
              <a:t>Dunkle transparente Fläche – kann über das Hintergrundbild gezogen werden.</a:t>
            </a:r>
            <a:endParaRPr lang="de-CH" dirty="0"/>
          </a:p>
        </p:txBody>
      </p:sp>
      <p:sp>
        <p:nvSpPr>
          <p:cNvPr id="3" name="Untertitel 2"/>
          <p:cNvSpPr>
            <a:spLocks noGrp="1"/>
          </p:cNvSpPr>
          <p:nvPr>
            <p:ph type="subTitle" idx="1" hasCustomPrompt="1"/>
          </p:nvPr>
        </p:nvSpPr>
        <p:spPr>
          <a:xfrm>
            <a:off x="839788" y="3757613"/>
            <a:ext cx="8496300" cy="1500187"/>
          </a:xfrm>
        </p:spPr>
        <p:txBody>
          <a:bodyPr/>
          <a:lstStyle>
            <a:lvl1pPr marL="0" indent="0" algn="l">
              <a:buNone/>
              <a:defRPr sz="5100">
                <a:solidFill>
                  <a:srgbClr val="999999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Untertitel hinzufügen</a:t>
            </a:r>
            <a:endParaRPr lang="de-CH" dirty="0"/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919DDA5-21C2-4B1D-B299-BF7B0E6DE0FE}" type="datetime4">
              <a:rPr lang="de-CH" smtClean="0"/>
              <a:t>18. Oktober 2026</a:t>
            </a:fld>
            <a:endParaRPr lang="de-CH" dirty="0"/>
          </a:p>
        </p:txBody>
      </p:sp>
      <p:sp>
        <p:nvSpPr>
          <p:cNvPr id="9" name="Fußzeilenplatzhalt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CH"/>
              <a:t>Klassifizierung: intern / vertraulich / geheim</a:t>
            </a:r>
            <a:endParaRPr lang="de-CH" dirty="0"/>
          </a:p>
        </p:txBody>
      </p:sp>
      <p:sp>
        <p:nvSpPr>
          <p:cNvPr id="10" name="Foliennummernplatzhalt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42AD375-037F-43D0-B059-5172DA06796A}" type="slidenum">
              <a:rPr lang="de-CH" smtClean="0"/>
              <a:pPr/>
              <a:t>‹N°›</a:t>
            </a:fld>
            <a:endParaRPr lang="de-CH" dirty="0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03DC6B3D-051C-4BB5-9F4B-3A2474AD930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39788" y="1881188"/>
            <a:ext cx="5256212" cy="252412"/>
          </a:xfrm>
        </p:spPr>
        <p:txBody>
          <a:bodyPr lIns="18000"/>
          <a:lstStyle>
            <a:lvl1pPr>
              <a:defRPr sz="1300" b="1" spc="-20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Spitzmarke hinzufügen</a:t>
            </a:r>
            <a:endParaRPr lang="de-CH" dirty="0"/>
          </a:p>
        </p:txBody>
      </p:sp>
      <p:sp>
        <p:nvSpPr>
          <p:cNvPr id="13" name="Textplatzhalter 4">
            <a:extLst>
              <a:ext uri="{FF2B5EF4-FFF2-40B4-BE49-F238E27FC236}">
                <a16:creationId xmlns:a16="http://schemas.microsoft.com/office/drawing/2014/main" id="{85EFC2AA-536C-4AE6-B953-354A6935FCE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91600" y="180000"/>
            <a:ext cx="1483200" cy="694800"/>
          </a:xfrm>
          <a:blipFill>
            <a:blip r:embed="rId2"/>
            <a:stretch>
              <a:fillRect/>
            </a:stretch>
          </a:blipFill>
        </p:spPr>
        <p:txBody>
          <a:bodyPr/>
          <a:lstStyle>
            <a:lvl1pPr>
              <a:defRPr sz="500" b="0" spc="0" baseline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   </a:t>
            </a:r>
            <a:endParaRPr lang="de-CH" dirty="0"/>
          </a:p>
        </p:txBody>
      </p:sp>
      <p:sp>
        <p:nvSpPr>
          <p:cNvPr id="14" name="Textplatzhalter 4">
            <a:extLst>
              <a:ext uri="{FF2B5EF4-FFF2-40B4-BE49-F238E27FC236}">
                <a16:creationId xmlns:a16="http://schemas.microsoft.com/office/drawing/2014/main" id="{98F91D8E-4836-4A00-B7AC-63D16F153E2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39788" y="6033704"/>
            <a:ext cx="5256212" cy="430643"/>
          </a:xfrm>
        </p:spPr>
        <p:txBody>
          <a:bodyPr anchor="b"/>
          <a:lstStyle>
            <a:lvl1pPr>
              <a:defRPr sz="1300" b="0" spc="0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Referent/-in</a:t>
            </a:r>
            <a:br>
              <a:rPr lang="de-DE" dirty="0"/>
            </a:br>
            <a:r>
              <a:rPr lang="de-DE" dirty="0"/>
              <a:t>Organisationseinheit</a:t>
            </a:r>
            <a:endParaRPr lang="de-CH" dirty="0"/>
          </a:p>
        </p:txBody>
      </p:sp>
      <p:sp>
        <p:nvSpPr>
          <p:cNvPr id="2" name="Titel 1"/>
          <p:cNvSpPr>
            <a:spLocks noGrp="1"/>
          </p:cNvSpPr>
          <p:nvPr>
            <p:ph type="ctrTitle" hasCustomPrompt="1"/>
          </p:nvPr>
        </p:nvSpPr>
        <p:spPr>
          <a:xfrm>
            <a:off x="839788" y="2132856"/>
            <a:ext cx="8496300" cy="1558082"/>
          </a:xfrm>
        </p:spPr>
        <p:txBody>
          <a:bodyPr anchor="b"/>
          <a:lstStyle>
            <a:lvl1pPr algn="l">
              <a:lnSpc>
                <a:spcPct val="105000"/>
              </a:lnSpc>
              <a:defRPr sz="5100">
                <a:solidFill>
                  <a:schemeClr val="bg1"/>
                </a:solidFill>
              </a:defRPr>
            </a:lvl1pPr>
          </a:lstStyle>
          <a:p>
            <a:r>
              <a:rPr lang="de-CH" dirty="0"/>
              <a:t>Titel (maximal zwei Zeilen)</a:t>
            </a:r>
          </a:p>
        </p:txBody>
      </p:sp>
    </p:spTree>
    <p:extLst>
      <p:ext uri="{BB962C8B-B14F-4D97-AF65-F5344CB8AC3E}">
        <p14:creationId xmlns:p14="http://schemas.microsoft.com/office/powerpoint/2010/main" val="38918866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Kapiteltitel Schwarz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 hasCustomPrompt="1"/>
          </p:nvPr>
        </p:nvSpPr>
        <p:spPr>
          <a:xfrm>
            <a:off x="839788" y="2132855"/>
            <a:ext cx="8496300" cy="735293"/>
          </a:xfrm>
        </p:spPr>
        <p:txBody>
          <a:bodyPr anchor="b"/>
          <a:lstStyle>
            <a:lvl1pPr algn="l">
              <a:lnSpc>
                <a:spcPct val="105000"/>
              </a:lnSpc>
              <a:defRPr sz="5100">
                <a:solidFill>
                  <a:schemeClr val="bg1"/>
                </a:solidFill>
              </a:defRPr>
            </a:lvl1pPr>
          </a:lstStyle>
          <a:p>
            <a:r>
              <a:rPr lang="de-CH" dirty="0"/>
              <a:t>Kapiteltitel hinzufügen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 hasCustomPrompt="1"/>
          </p:nvPr>
        </p:nvSpPr>
        <p:spPr>
          <a:xfrm>
            <a:off x="839788" y="2924945"/>
            <a:ext cx="8496300" cy="1670986"/>
          </a:xfrm>
        </p:spPr>
        <p:txBody>
          <a:bodyPr/>
          <a:lstStyle>
            <a:lvl1pPr marL="0" indent="0" algn="l">
              <a:buNone/>
              <a:defRPr sz="5100">
                <a:solidFill>
                  <a:srgbClr val="999999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Untertitel hinzufügen</a:t>
            </a:r>
            <a:endParaRPr lang="de-CH" dirty="0"/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57004AA-1953-4520-AF13-C3721611799D}" type="datetime4">
              <a:rPr lang="de-CH" smtClean="0"/>
              <a:t>18. Oktober 2026</a:t>
            </a:fld>
            <a:endParaRPr lang="de-CH" dirty="0"/>
          </a:p>
        </p:txBody>
      </p:sp>
      <p:sp>
        <p:nvSpPr>
          <p:cNvPr id="9" name="Fußzeilenplatzhalt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CH"/>
              <a:t>Klassifizierung: intern / vertraulich / geheim</a:t>
            </a:r>
            <a:endParaRPr lang="de-CH" dirty="0"/>
          </a:p>
        </p:txBody>
      </p:sp>
      <p:sp>
        <p:nvSpPr>
          <p:cNvPr id="10" name="Foliennummernplatzhalt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42AD375-037F-43D0-B059-5172DA06796A}" type="slidenum">
              <a:rPr lang="de-CH" smtClean="0"/>
              <a:pPr/>
              <a:t>‹N°›</a:t>
            </a:fld>
            <a:endParaRPr lang="de-CH" dirty="0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704820DD-3205-4E29-AE71-A382F3B95BB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93151" y="181525"/>
            <a:ext cx="1484308" cy="695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62467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Kapiteltitel Blaugrau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 hasCustomPrompt="1"/>
          </p:nvPr>
        </p:nvSpPr>
        <p:spPr>
          <a:xfrm>
            <a:off x="839788" y="2132855"/>
            <a:ext cx="8496300" cy="735293"/>
          </a:xfrm>
        </p:spPr>
        <p:txBody>
          <a:bodyPr anchor="b"/>
          <a:lstStyle>
            <a:lvl1pPr algn="l">
              <a:lnSpc>
                <a:spcPct val="105000"/>
              </a:lnSpc>
              <a:defRPr sz="5100">
                <a:solidFill>
                  <a:schemeClr val="bg1"/>
                </a:solidFill>
              </a:defRPr>
            </a:lvl1pPr>
          </a:lstStyle>
          <a:p>
            <a:r>
              <a:rPr lang="de-CH" dirty="0"/>
              <a:t>Kapiteltitel hinzufügen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 hasCustomPrompt="1"/>
          </p:nvPr>
        </p:nvSpPr>
        <p:spPr>
          <a:xfrm>
            <a:off x="839788" y="2924945"/>
            <a:ext cx="8496300" cy="1670986"/>
          </a:xfrm>
        </p:spPr>
        <p:txBody>
          <a:bodyPr/>
          <a:lstStyle>
            <a:lvl1pPr marL="0" indent="0" algn="l">
              <a:buNone/>
              <a:defRPr sz="5100">
                <a:solidFill>
                  <a:schemeClr val="tx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Untertitel</a:t>
            </a:r>
            <a:r>
              <a:rPr lang="de-CH" dirty="0"/>
              <a:t> hinzufügen</a:t>
            </a:r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B1184E5-31D6-4FE5-BFC7-A07FAEBFE075}" type="datetime4">
              <a:rPr lang="de-CH" smtClean="0"/>
              <a:t>18. Oktober 2026</a:t>
            </a:fld>
            <a:endParaRPr lang="de-CH" dirty="0"/>
          </a:p>
        </p:txBody>
      </p:sp>
      <p:sp>
        <p:nvSpPr>
          <p:cNvPr id="9" name="Fußzeilenplatzhalt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CH"/>
              <a:t>Klassifizierung: intern / vertraulich / geheim</a:t>
            </a:r>
            <a:endParaRPr lang="de-CH" dirty="0"/>
          </a:p>
        </p:txBody>
      </p:sp>
      <p:sp>
        <p:nvSpPr>
          <p:cNvPr id="10" name="Foliennummernplatzhalt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42AD375-037F-43D0-B059-5172DA06796A}" type="slidenum">
              <a:rPr lang="de-CH" smtClean="0"/>
              <a:pPr/>
              <a:t>‹N°›</a:t>
            </a:fld>
            <a:endParaRPr lang="de-CH" dirty="0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704820DD-3205-4E29-AE71-A382F3B95BB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93151" y="181525"/>
            <a:ext cx="1484308" cy="695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34905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Kapiteltitel Rot">
    <p:bg>
      <p:bgPr>
        <a:solidFill>
          <a:srgbClr val="EA16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 hasCustomPrompt="1"/>
          </p:nvPr>
        </p:nvSpPr>
        <p:spPr>
          <a:xfrm>
            <a:off x="839788" y="2132855"/>
            <a:ext cx="8496300" cy="735293"/>
          </a:xfrm>
        </p:spPr>
        <p:txBody>
          <a:bodyPr anchor="b"/>
          <a:lstStyle>
            <a:lvl1pPr algn="l">
              <a:lnSpc>
                <a:spcPct val="105000"/>
              </a:lnSpc>
              <a:defRPr sz="5100">
                <a:solidFill>
                  <a:schemeClr val="bg1"/>
                </a:solidFill>
              </a:defRPr>
            </a:lvl1pPr>
          </a:lstStyle>
          <a:p>
            <a:r>
              <a:rPr lang="de-CH" dirty="0"/>
              <a:t>Kapiteltitel hinzufügen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 hasCustomPrompt="1"/>
          </p:nvPr>
        </p:nvSpPr>
        <p:spPr>
          <a:xfrm>
            <a:off x="839788" y="2924945"/>
            <a:ext cx="8496300" cy="1670986"/>
          </a:xfrm>
        </p:spPr>
        <p:txBody>
          <a:bodyPr/>
          <a:lstStyle>
            <a:lvl1pPr marL="0" indent="0" algn="l">
              <a:buNone/>
              <a:defRPr sz="5100">
                <a:solidFill>
                  <a:srgbClr val="F69CA0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Untertitel</a:t>
            </a:r>
            <a:r>
              <a:rPr lang="de-CH" dirty="0"/>
              <a:t> hinzufügen</a:t>
            </a:r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370FF11-BE2C-4D33-A71B-8DA63E8A163E}" type="datetime4">
              <a:rPr lang="de-CH" smtClean="0"/>
              <a:t>18. Oktober 2026</a:t>
            </a:fld>
            <a:endParaRPr lang="de-CH" dirty="0"/>
          </a:p>
        </p:txBody>
      </p:sp>
      <p:sp>
        <p:nvSpPr>
          <p:cNvPr id="9" name="Fußzeilenplatzhalt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CH"/>
              <a:t>Klassifizierung: intern / vertraulich / geheim</a:t>
            </a:r>
            <a:endParaRPr lang="de-CH" dirty="0"/>
          </a:p>
        </p:txBody>
      </p:sp>
      <p:sp>
        <p:nvSpPr>
          <p:cNvPr id="10" name="Foliennummernplatzhalt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42AD375-037F-43D0-B059-5172DA06796A}" type="slidenum">
              <a:rPr lang="de-CH" smtClean="0"/>
              <a:pPr/>
              <a:t>‹N°›</a:t>
            </a:fld>
            <a:endParaRPr lang="de-CH" dirty="0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704820DD-3205-4E29-AE71-A382F3B95BB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93151" y="181525"/>
            <a:ext cx="1484308" cy="695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16954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apiteltitel Weis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 hasCustomPrompt="1"/>
          </p:nvPr>
        </p:nvSpPr>
        <p:spPr>
          <a:xfrm>
            <a:off x="839788" y="2132855"/>
            <a:ext cx="8496300" cy="735293"/>
          </a:xfrm>
        </p:spPr>
        <p:txBody>
          <a:bodyPr anchor="b"/>
          <a:lstStyle>
            <a:lvl1pPr algn="l">
              <a:lnSpc>
                <a:spcPct val="105000"/>
              </a:lnSpc>
              <a:defRPr sz="5100"/>
            </a:lvl1pPr>
          </a:lstStyle>
          <a:p>
            <a:r>
              <a:rPr lang="de-CH" dirty="0"/>
              <a:t>Kapiteltitel hinzufügen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 hasCustomPrompt="1"/>
          </p:nvPr>
        </p:nvSpPr>
        <p:spPr>
          <a:xfrm>
            <a:off x="839788" y="2924945"/>
            <a:ext cx="8496300" cy="1670986"/>
          </a:xfrm>
        </p:spPr>
        <p:txBody>
          <a:bodyPr/>
          <a:lstStyle>
            <a:lvl1pPr marL="0" indent="0" algn="l">
              <a:buNone/>
              <a:defRPr sz="5100">
                <a:solidFill>
                  <a:srgbClr val="999999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Untertitel</a:t>
            </a:r>
            <a:r>
              <a:rPr lang="de-CH" dirty="0"/>
              <a:t> hinzufügen</a:t>
            </a:r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544CA-0A33-40A7-B8DB-1E3475BC8352}" type="datetime4">
              <a:rPr lang="de-CH" smtClean="0"/>
              <a:t>18. Oktober 2026</a:t>
            </a:fld>
            <a:endParaRPr lang="de-CH" dirty="0"/>
          </a:p>
        </p:txBody>
      </p:sp>
      <p:sp>
        <p:nvSpPr>
          <p:cNvPr id="9" name="Fußzeilenplatzhalt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CH"/>
              <a:t>Klassifizierung: intern / vertraulich / geheim</a:t>
            </a:r>
            <a:endParaRPr lang="de-CH" dirty="0"/>
          </a:p>
        </p:txBody>
      </p:sp>
      <p:sp>
        <p:nvSpPr>
          <p:cNvPr id="10" name="Foliennummernplatzhalt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de-CH" smtClean="0"/>
              <a:pPr/>
              <a:t>‹N°›</a:t>
            </a:fld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20300901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de-CH" dirty="0"/>
          </a:p>
        </p:txBody>
      </p:sp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</a:t>
            </a:r>
            <a:r>
              <a:rPr lang="de-CH" noProof="0" dirty="0"/>
              <a:t>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de-CH" dirty="0"/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B8EF3F-82B3-4CB2-B551-A5FCEA334651}" type="datetime4">
              <a:rPr lang="de-CH" smtClean="0"/>
              <a:t>18. Oktober 2026</a:t>
            </a:fld>
            <a:endParaRPr lang="de-CH" dirty="0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CH"/>
              <a:t>Klassifizierung: intern / vertraulich / geheim</a:t>
            </a:r>
            <a:endParaRPr lang="de-CH" dirty="0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de-CH" smtClean="0"/>
              <a:pPr/>
              <a:t>‹N°›</a:t>
            </a:fld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4795704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, Unter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8200" y="1071564"/>
            <a:ext cx="10983913" cy="541354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de-CH" dirty="0"/>
          </a:p>
        </p:txBody>
      </p:sp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838200" y="2420888"/>
            <a:ext cx="10983913" cy="4104456"/>
          </a:xfrm>
        </p:spPr>
        <p:txBody>
          <a:bodyPr/>
          <a:lstStyle/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</a:t>
            </a:r>
            <a:r>
              <a:rPr lang="de-CH" noProof="0" dirty="0"/>
              <a:t>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de-CH" dirty="0"/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FB08CE-F601-4561-962B-752A580B012A}" type="datetime4">
              <a:rPr lang="de-CH" smtClean="0"/>
              <a:t>18. Oktober 2026</a:t>
            </a:fld>
            <a:endParaRPr lang="de-CH" dirty="0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CH"/>
              <a:t>Klassifizierung: intern / vertraulich / geheim</a:t>
            </a:r>
            <a:endParaRPr lang="de-CH" dirty="0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de-CH" smtClean="0"/>
              <a:pPr/>
              <a:t>‹N°›</a:t>
            </a:fld>
            <a:endParaRPr lang="de-CH" dirty="0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1FE9C7B8-7467-451B-8352-4E9C0C569F8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38200" y="1630018"/>
            <a:ext cx="10983913" cy="556592"/>
          </a:xfrm>
        </p:spPr>
        <p:txBody>
          <a:bodyPr/>
          <a:lstStyle>
            <a:lvl1pPr>
              <a:defRPr sz="3400">
                <a:solidFill>
                  <a:srgbClr val="999999"/>
                </a:solidFill>
              </a:defRPr>
            </a:lvl1pPr>
          </a:lstStyle>
          <a:p>
            <a:pPr lvl="0"/>
            <a:r>
              <a:rPr lang="de-DE" dirty="0"/>
              <a:t>Untertitel hinzufügen</a:t>
            </a:r>
          </a:p>
        </p:txBody>
      </p:sp>
    </p:spTree>
    <p:extLst>
      <p:ext uri="{BB962C8B-B14F-4D97-AF65-F5344CB8AC3E}">
        <p14:creationId xmlns:p14="http://schemas.microsoft.com/office/powerpoint/2010/main" val="18744668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de-CH" dirty="0"/>
          </a:p>
        </p:txBody>
      </p:sp>
      <p:sp>
        <p:nvSpPr>
          <p:cNvPr id="3" name="Inhaltsplatzhalter 2"/>
          <p:cNvSpPr>
            <a:spLocks noGrp="1"/>
          </p:cNvSpPr>
          <p:nvPr>
            <p:ph sz="half" idx="1" hasCustomPrompt="1"/>
          </p:nvPr>
        </p:nvSpPr>
        <p:spPr>
          <a:xfrm>
            <a:off x="838200" y="1852612"/>
            <a:ext cx="5329808" cy="4672800"/>
          </a:xfrm>
        </p:spPr>
        <p:txBody>
          <a:bodyPr/>
          <a:lstStyle/>
          <a:p>
            <a:pPr lvl="0"/>
            <a:r>
              <a:rPr lang="de-CH" noProof="0" dirty="0"/>
              <a:t>Textmasterformat bearbeiten</a:t>
            </a:r>
          </a:p>
          <a:p>
            <a:pPr lvl="1"/>
            <a:r>
              <a:rPr lang="de-CH" noProof="0" dirty="0"/>
              <a:t>Zweite Ebene</a:t>
            </a:r>
          </a:p>
          <a:p>
            <a:pPr lvl="2"/>
            <a:r>
              <a:rPr lang="de-CH" noProof="0" dirty="0"/>
              <a:t>Dritte Ebene</a:t>
            </a:r>
          </a:p>
          <a:p>
            <a:pPr lvl="3"/>
            <a:r>
              <a:rPr lang="de-CH" noProof="0" dirty="0"/>
              <a:t>Vierte Ebene</a:t>
            </a:r>
          </a:p>
          <a:p>
            <a:pPr lvl="4"/>
            <a:r>
              <a:rPr lang="de-CH" noProof="0" dirty="0"/>
              <a:t>Fünfte Ebene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 hasCustomPrompt="1"/>
          </p:nvPr>
        </p:nvSpPr>
        <p:spPr>
          <a:xfrm>
            <a:off x="6493098" y="1852612"/>
            <a:ext cx="5329015" cy="4672799"/>
          </a:xfrm>
        </p:spPr>
        <p:txBody>
          <a:bodyPr/>
          <a:lstStyle/>
          <a:p>
            <a:pPr lvl="0"/>
            <a:r>
              <a:rPr lang="de-CH" noProof="0" dirty="0"/>
              <a:t>Textmasterformat bearbeiten</a:t>
            </a:r>
          </a:p>
          <a:p>
            <a:pPr lvl="1"/>
            <a:r>
              <a:rPr lang="de-CH" noProof="0" dirty="0"/>
              <a:t>Zweite Ebene</a:t>
            </a:r>
          </a:p>
          <a:p>
            <a:pPr lvl="2"/>
            <a:r>
              <a:rPr lang="de-CH" noProof="0" dirty="0"/>
              <a:t>Dritte Ebene</a:t>
            </a:r>
          </a:p>
          <a:p>
            <a:pPr lvl="3"/>
            <a:r>
              <a:rPr lang="de-CH" noProof="0" dirty="0"/>
              <a:t>Vierte Ebene</a:t>
            </a:r>
          </a:p>
          <a:p>
            <a:pPr lvl="4"/>
            <a:r>
              <a:rPr lang="de-CH" noProof="0" dirty="0"/>
              <a:t>Fünfte Ebene</a:t>
            </a:r>
          </a:p>
        </p:txBody>
      </p:sp>
      <p:sp>
        <p:nvSpPr>
          <p:cNvPr id="8" name="Datumsplatzhalt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D1B167-7135-43F3-AEAE-A730821D191A}" type="datetime4">
              <a:rPr lang="de-CH" smtClean="0"/>
              <a:t>18. Oktober 2026</a:t>
            </a:fld>
            <a:endParaRPr lang="de-CH" dirty="0"/>
          </a:p>
        </p:txBody>
      </p:sp>
      <p:sp>
        <p:nvSpPr>
          <p:cNvPr id="9" name="Fußzeilenplatzhalt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CH"/>
              <a:t>Klassifizierung: intern / vertraulich / geheim</a:t>
            </a:r>
            <a:endParaRPr lang="de-CH" dirty="0"/>
          </a:p>
        </p:txBody>
      </p:sp>
      <p:sp>
        <p:nvSpPr>
          <p:cNvPr id="10" name="Foliennummernplatzhalt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de-CH" smtClean="0"/>
              <a:pPr/>
              <a:t>‹N°›</a:t>
            </a:fld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33186258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988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, Inhalt und Bild rech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de-CH" dirty="0"/>
          </a:p>
        </p:txBody>
      </p:sp>
      <p:sp>
        <p:nvSpPr>
          <p:cNvPr id="8" name="Datumsplatzhalt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596CBD-DD5D-4F61-A35A-2BDD2301218D}" type="datetime4">
              <a:rPr lang="de-CH" smtClean="0"/>
              <a:t>18. Oktober 2026</a:t>
            </a:fld>
            <a:endParaRPr lang="de-CH" dirty="0"/>
          </a:p>
        </p:txBody>
      </p:sp>
      <p:sp>
        <p:nvSpPr>
          <p:cNvPr id="9" name="Fußzeilenplatzhalt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CH"/>
              <a:t>Klassifizierung: intern / vertraulich / geheim</a:t>
            </a:r>
            <a:endParaRPr lang="de-CH" dirty="0"/>
          </a:p>
        </p:txBody>
      </p:sp>
      <p:sp>
        <p:nvSpPr>
          <p:cNvPr id="10" name="Foliennummernplatzhalt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de-CH" smtClean="0"/>
              <a:pPr/>
              <a:t>‹N°›</a:t>
            </a:fld>
            <a:endParaRPr lang="de-CH" dirty="0"/>
          </a:p>
        </p:txBody>
      </p:sp>
      <p:sp>
        <p:nvSpPr>
          <p:cNvPr id="12" name="Bildplatzhalter 4">
            <a:extLst>
              <a:ext uri="{FF2B5EF4-FFF2-40B4-BE49-F238E27FC236}">
                <a16:creationId xmlns:a16="http://schemas.microsoft.com/office/drawing/2014/main" id="{BDCA4218-6304-434F-B7B6-74DF28EC09A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492304" y="1916832"/>
            <a:ext cx="5329808" cy="4507035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fr-FR"/>
              <a:t>Cliquez sur l'icône pour ajouter une image</a:t>
            </a:r>
            <a:endParaRPr lang="de-CH"/>
          </a:p>
        </p:txBody>
      </p:sp>
      <p:sp>
        <p:nvSpPr>
          <p:cNvPr id="11" name="Inhaltsplatzhalter 2">
            <a:extLst>
              <a:ext uri="{FF2B5EF4-FFF2-40B4-BE49-F238E27FC236}">
                <a16:creationId xmlns:a16="http://schemas.microsoft.com/office/drawing/2014/main" id="{FC1C5F14-3075-4FD1-945B-02DE33860C0E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838200" y="1852612"/>
            <a:ext cx="5329808" cy="4672800"/>
          </a:xfrm>
        </p:spPr>
        <p:txBody>
          <a:bodyPr/>
          <a:lstStyle/>
          <a:p>
            <a:pPr lvl="0"/>
            <a:r>
              <a:rPr lang="de-CH" noProof="0" dirty="0"/>
              <a:t>Textmasterformat bearbeiten</a:t>
            </a:r>
          </a:p>
          <a:p>
            <a:pPr lvl="1"/>
            <a:r>
              <a:rPr lang="de-CH" noProof="0" dirty="0"/>
              <a:t>Zweite Ebene</a:t>
            </a:r>
          </a:p>
          <a:p>
            <a:pPr lvl="2"/>
            <a:r>
              <a:rPr lang="de-CH" noProof="0" dirty="0"/>
              <a:t>Dritte Ebene</a:t>
            </a:r>
          </a:p>
          <a:p>
            <a:pPr lvl="3"/>
            <a:r>
              <a:rPr lang="de-CH" noProof="0" dirty="0"/>
              <a:t>Vierte Ebene</a:t>
            </a:r>
          </a:p>
          <a:p>
            <a:pPr lvl="4"/>
            <a:r>
              <a:rPr lang="de-CH" noProof="0" dirty="0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143935081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, Inhalt und Bild lin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de-CH" dirty="0"/>
          </a:p>
        </p:txBody>
      </p:sp>
      <p:sp>
        <p:nvSpPr>
          <p:cNvPr id="8" name="Datumsplatzhalt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F9B2EE-0AB2-4AEE-914F-EB9E33FEECB6}" type="datetime4">
              <a:rPr lang="de-CH" smtClean="0"/>
              <a:t>18. Oktober 2026</a:t>
            </a:fld>
            <a:endParaRPr lang="de-CH" dirty="0"/>
          </a:p>
        </p:txBody>
      </p:sp>
      <p:sp>
        <p:nvSpPr>
          <p:cNvPr id="9" name="Fußzeilenplatzhalt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CH"/>
              <a:t>Klassifizierung: intern / vertraulich / geheim</a:t>
            </a:r>
            <a:endParaRPr lang="de-CH" dirty="0"/>
          </a:p>
        </p:txBody>
      </p:sp>
      <p:sp>
        <p:nvSpPr>
          <p:cNvPr id="10" name="Foliennummernplatzhalt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de-CH" smtClean="0"/>
              <a:pPr/>
              <a:t>‹N°›</a:t>
            </a:fld>
            <a:endParaRPr lang="de-CH" dirty="0"/>
          </a:p>
        </p:txBody>
      </p:sp>
      <p:sp>
        <p:nvSpPr>
          <p:cNvPr id="14" name="Bildplatzhalter 4">
            <a:extLst>
              <a:ext uri="{FF2B5EF4-FFF2-40B4-BE49-F238E27FC236}">
                <a16:creationId xmlns:a16="http://schemas.microsoft.com/office/drawing/2014/main" id="{B7494CC6-D926-49A7-9F3F-4C583660BC8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39788" y="1916831"/>
            <a:ext cx="5329808" cy="4507035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fr-FR"/>
              <a:t>Cliquez sur l'icône pour ajouter une image</a:t>
            </a:r>
            <a:endParaRPr lang="de-CH"/>
          </a:p>
        </p:txBody>
      </p:sp>
      <p:sp>
        <p:nvSpPr>
          <p:cNvPr id="11" name="Inhaltsplatzhalter 3">
            <a:extLst>
              <a:ext uri="{FF2B5EF4-FFF2-40B4-BE49-F238E27FC236}">
                <a16:creationId xmlns:a16="http://schemas.microsoft.com/office/drawing/2014/main" id="{FFF4BFA1-D66B-4323-A031-D7779026D276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493098" y="1852612"/>
            <a:ext cx="5329015" cy="4672799"/>
          </a:xfrm>
        </p:spPr>
        <p:txBody>
          <a:bodyPr/>
          <a:lstStyle/>
          <a:p>
            <a:pPr lvl="0"/>
            <a:r>
              <a:rPr lang="de-CH" noProof="0" dirty="0"/>
              <a:t>Textmasterformat bearbeiten</a:t>
            </a:r>
          </a:p>
          <a:p>
            <a:pPr lvl="1"/>
            <a:r>
              <a:rPr lang="de-CH" noProof="0" dirty="0"/>
              <a:t>Zweite Ebene</a:t>
            </a:r>
          </a:p>
          <a:p>
            <a:pPr lvl="2"/>
            <a:r>
              <a:rPr lang="de-CH" noProof="0" dirty="0"/>
              <a:t>Dritte Ebene</a:t>
            </a:r>
          </a:p>
          <a:p>
            <a:pPr lvl="3"/>
            <a:r>
              <a:rPr lang="de-CH" noProof="0" dirty="0"/>
              <a:t>Vierte Ebene</a:t>
            </a:r>
          </a:p>
          <a:p>
            <a:pPr lvl="4"/>
            <a:r>
              <a:rPr lang="de-CH" noProof="0" dirty="0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300203923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de-CH" dirty="0"/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A4AD0E-3E40-4A4C-8A31-E1A9AB0C5623}" type="datetime4">
              <a:rPr lang="de-CH" smtClean="0"/>
              <a:t>18. Oktober 2026</a:t>
            </a:fld>
            <a:endParaRPr lang="de-CH" dirty="0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CH"/>
              <a:t>Klassifizierung: intern / vertraulich / geheim</a:t>
            </a:r>
            <a:endParaRPr lang="de-CH" dirty="0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de-CH" smtClean="0"/>
              <a:pPr/>
              <a:t>‹N°›</a:t>
            </a:fld>
            <a:endParaRPr lang="de-CH" dirty="0"/>
          </a:p>
        </p:txBody>
      </p:sp>
      <p:sp>
        <p:nvSpPr>
          <p:cNvPr id="10" name="Bildplatzhalter 4">
            <a:extLst>
              <a:ext uri="{FF2B5EF4-FFF2-40B4-BE49-F238E27FC236}">
                <a16:creationId xmlns:a16="http://schemas.microsoft.com/office/drawing/2014/main" id="{A79F27DF-F3EE-4D6E-866F-A71D2FB41AF5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39787" y="1916831"/>
            <a:ext cx="10982325" cy="4507035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fr-FR"/>
              <a:t>Cliquez sur l'icône pour ajouter une image</a:t>
            </a:r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45175380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de-CH" dirty="0"/>
          </a:p>
        </p:txBody>
      </p:sp>
      <p:sp>
        <p:nvSpPr>
          <p:cNvPr id="6" name="Datumsplatzhalt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84B0DB-8B37-4DE6-B20E-758F84ADAD1D}" type="datetime4">
              <a:rPr lang="de-CH" smtClean="0"/>
              <a:t>18. Oktober 2026</a:t>
            </a:fld>
            <a:endParaRPr lang="de-CH" dirty="0"/>
          </a:p>
        </p:txBody>
      </p:sp>
      <p:sp>
        <p:nvSpPr>
          <p:cNvPr id="7" name="Fußzeilenplatzhalt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CH"/>
              <a:t>Klassifizierung: intern / vertraulich / geheim</a:t>
            </a:r>
            <a:endParaRPr lang="de-CH" dirty="0"/>
          </a:p>
        </p:txBody>
      </p:sp>
      <p:sp>
        <p:nvSpPr>
          <p:cNvPr id="8" name="Foliennummernplatzhalt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de-CH" smtClean="0"/>
              <a:pPr/>
              <a:t>‹N°›</a:t>
            </a:fld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383798440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74091E-89C7-4DA0-88E9-E17602D8A5F2}" type="datetime4">
              <a:rPr lang="de-CH" smtClean="0"/>
              <a:t>18. Oktober 2026</a:t>
            </a:fld>
            <a:endParaRPr lang="de-CH" dirty="0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CH"/>
              <a:t>Klassifizierung: intern / vertraulich / geheim</a:t>
            </a:r>
            <a:endParaRPr lang="de-CH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de-CH" smtClean="0"/>
              <a:pPr/>
              <a:t>‹N°›</a:t>
            </a:fld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40054461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emf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838200" y="1071564"/>
            <a:ext cx="10983913" cy="619126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endParaRPr lang="de-CH" dirty="0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8200" y="1852613"/>
            <a:ext cx="10983913" cy="467273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CH" noProof="0" dirty="0"/>
              <a:t>Textmasterformat bearbeiten</a:t>
            </a:r>
          </a:p>
          <a:p>
            <a:pPr lvl="1"/>
            <a:r>
              <a:rPr lang="de-CH" noProof="0" dirty="0"/>
              <a:t>Zweite Ebene</a:t>
            </a:r>
          </a:p>
          <a:p>
            <a:pPr lvl="2"/>
            <a:r>
              <a:rPr lang="de-CH" noProof="0" dirty="0"/>
              <a:t>Dritte Ebene</a:t>
            </a:r>
          </a:p>
          <a:p>
            <a:pPr lvl="3"/>
            <a:r>
              <a:rPr lang="de-CH" noProof="0" dirty="0"/>
              <a:t>Vierte Ebene</a:t>
            </a:r>
          </a:p>
          <a:p>
            <a:pPr lvl="4"/>
            <a:r>
              <a:rPr lang="de-CH" noProof="0" dirty="0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>
          <a:xfrm>
            <a:off x="9336360" y="434133"/>
            <a:ext cx="2088232" cy="1080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820" baseline="0">
                <a:solidFill>
                  <a:schemeClr val="tx1"/>
                </a:solidFill>
              </a:defRPr>
            </a:lvl1pPr>
          </a:lstStyle>
          <a:p>
            <a:fld id="{25BFEB73-7DB0-4E1C-AD41-222EA41EE038}" type="datetime4">
              <a:rPr lang="de-CH" smtClean="0"/>
              <a:t>18. Oktober 2026</a:t>
            </a:fld>
            <a:endParaRPr lang="de-CH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9336360" y="297071"/>
            <a:ext cx="2088232" cy="124409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defRPr sz="820" baseline="0">
                <a:solidFill>
                  <a:schemeClr val="tx1"/>
                </a:solidFill>
              </a:defRPr>
            </a:lvl1pPr>
          </a:lstStyle>
          <a:p>
            <a:r>
              <a:rPr lang="de-CH"/>
              <a:t>Klassifizierung: intern / vertraulich / geheim</a:t>
            </a:r>
            <a:endParaRPr lang="de-CH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11496600" y="297072"/>
            <a:ext cx="321625" cy="1080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820" baseline="0">
                <a:solidFill>
                  <a:schemeClr val="tx1"/>
                </a:solidFill>
              </a:defRPr>
            </a:lvl1pPr>
          </a:lstStyle>
          <a:p>
            <a:fld id="{442AD375-037F-43D0-B059-5172DA06796A}" type="slidenum">
              <a:rPr lang="de-CH" smtClean="0"/>
              <a:pPr/>
              <a:t>‹N°›</a:t>
            </a:fld>
            <a:endParaRPr lang="de-CH" dirty="0"/>
          </a:p>
        </p:txBody>
      </p:sp>
      <p:pic>
        <p:nvPicPr>
          <p:cNvPr id="13" name="Grafik 12">
            <a:extLst>
              <a:ext uri="{FF2B5EF4-FFF2-40B4-BE49-F238E27FC236}">
                <a16:creationId xmlns:a16="http://schemas.microsoft.com/office/drawing/2014/main" id="{BFEC6ACA-7650-4DEA-B34E-89DC63F8CE64}"/>
              </a:ext>
            </a:extLst>
          </p:cNvPr>
          <p:cNvPicPr>
            <a:picLocks noChangeAspect="1"/>
          </p:cNvPicPr>
          <p:nvPr userDrawn="1"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3151" y="181525"/>
            <a:ext cx="1484308" cy="695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16638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67" r:id="rId2"/>
    <p:sldLayoutId id="2147483658" r:id="rId3"/>
    <p:sldLayoutId id="2147483669" r:id="rId4"/>
    <p:sldLayoutId id="2147483671" r:id="rId5"/>
    <p:sldLayoutId id="2147483672" r:id="rId6"/>
    <p:sldLayoutId id="2147483668" r:id="rId7"/>
    <p:sldLayoutId id="2147483659" r:id="rId8"/>
    <p:sldLayoutId id="2147483673" r:id="rId9"/>
    <p:sldLayoutId id="2147483661" r:id="rId10"/>
    <p:sldLayoutId id="2147483674" r:id="rId11"/>
    <p:sldLayoutId id="2147483675" r:id="rId12"/>
    <p:sldLayoutId id="2147483665" r:id="rId13"/>
    <p:sldLayoutId id="2147483663" r:id="rId14"/>
    <p:sldLayoutId id="2147483664" r:id="rId15"/>
  </p:sldLayoutIdLst>
  <p:hf hdr="0"/>
  <p:txStyles>
    <p:titleStyle>
      <a:lvl1pPr algn="l" defTabSz="447675" rtl="0" eaLnBrk="1" latinLnBrk="0" hangingPunct="1">
        <a:lnSpc>
          <a:spcPct val="100000"/>
        </a:lnSpc>
        <a:spcBef>
          <a:spcPct val="0"/>
        </a:spcBef>
        <a:buNone/>
        <a:defRPr sz="3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449263" rtl="0" eaLnBrk="1" latinLnBrk="0" hangingPunct="1">
        <a:lnSpc>
          <a:spcPct val="105000"/>
        </a:lnSpc>
        <a:spcBef>
          <a:spcPts val="0"/>
        </a:spcBef>
        <a:buFont typeface="Arial" panose="020B0604020202020204" pitchFamily="34" charset="0"/>
        <a:buNone/>
        <a:defRPr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357188" indent="-357188" algn="l" defTabSz="449263" rtl="0" eaLnBrk="1" latinLnBrk="0" hangingPunct="1">
        <a:lnSpc>
          <a:spcPct val="105000"/>
        </a:lnSpc>
        <a:spcBef>
          <a:spcPts val="0"/>
        </a:spcBef>
        <a:buFont typeface="Arial" panose="020B0604020202020204" pitchFamily="34" charset="0"/>
        <a:buChar char="‒"/>
        <a:defRPr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715963" indent="-358775" algn="l" defTabSz="449263" rtl="0" eaLnBrk="1" latinLnBrk="0" hangingPunct="1">
        <a:lnSpc>
          <a:spcPct val="105000"/>
        </a:lnSpc>
        <a:spcBef>
          <a:spcPts val="0"/>
        </a:spcBef>
        <a:buFont typeface="Arial" panose="020B0604020202020204" pitchFamily="34" charset="0"/>
        <a:buChar char="‒"/>
        <a:defRPr sz="2600" kern="1200">
          <a:solidFill>
            <a:schemeClr val="tx1"/>
          </a:solidFill>
          <a:latin typeface="+mn-lt"/>
          <a:ea typeface="+mn-ea"/>
          <a:cs typeface="+mn-cs"/>
        </a:defRPr>
      </a:lvl3pPr>
      <a:lvl4pPr marL="1079500" indent="-363538" algn="l" defTabSz="449263" rtl="0" eaLnBrk="1" latinLnBrk="0" hangingPunct="1">
        <a:lnSpc>
          <a:spcPct val="105000"/>
        </a:lnSpc>
        <a:spcBef>
          <a:spcPts val="0"/>
        </a:spcBef>
        <a:buFont typeface="Arial" panose="020B0604020202020204" pitchFamily="34" charset="0"/>
        <a:buChar char="‒"/>
        <a:defRPr sz="2600" kern="1200">
          <a:solidFill>
            <a:schemeClr val="tx1"/>
          </a:solidFill>
          <a:latin typeface="+mn-lt"/>
          <a:ea typeface="+mn-ea"/>
          <a:cs typeface="+mn-cs"/>
        </a:defRPr>
      </a:lvl4pPr>
      <a:lvl5pPr marL="1436688" indent="-357188" algn="l" defTabSz="449263" rtl="0" eaLnBrk="1" latinLnBrk="0" hangingPunct="1">
        <a:lnSpc>
          <a:spcPct val="105000"/>
        </a:lnSpc>
        <a:spcBef>
          <a:spcPts val="0"/>
        </a:spcBef>
        <a:buFont typeface="Arial" panose="020B0604020202020204" pitchFamily="34" charset="0"/>
        <a:buChar char="‒"/>
        <a:defRPr sz="2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529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5881" userDrawn="1">
          <p15:clr>
            <a:srgbClr val="F26B43"/>
          </p15:clr>
        </p15:guide>
        <p15:guide id="4" pos="7447" userDrawn="1">
          <p15:clr>
            <a:srgbClr val="F26B43"/>
          </p15:clr>
        </p15:guide>
        <p15:guide id="5" orient="horz" pos="675" userDrawn="1">
          <p15:clr>
            <a:srgbClr val="F26B43"/>
          </p15:clr>
        </p15:guide>
        <p15:guide id="6" orient="horz" pos="1167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10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10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1.xml"/><Relationship Id="rId3" Type="http://schemas.openxmlformats.org/officeDocument/2006/relationships/chart" Target="../charts/chart4.xml"/><Relationship Id="rId7" Type="http://schemas.openxmlformats.org/officeDocument/2006/relationships/diagramQuickStyle" Target="../diagrams/quickStyle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6" Type="http://schemas.openxmlformats.org/officeDocument/2006/relationships/diagramLayout" Target="../diagrams/layout1.xml"/><Relationship Id="rId5" Type="http://schemas.openxmlformats.org/officeDocument/2006/relationships/diagramData" Target="../diagrams/data1.xml"/><Relationship Id="rId10" Type="http://schemas.openxmlformats.org/officeDocument/2006/relationships/chart" Target="../charts/chart6.xml"/><Relationship Id="rId4" Type="http://schemas.openxmlformats.org/officeDocument/2006/relationships/chart" Target="../charts/chart5.xml"/><Relationship Id="rId9" Type="http://schemas.microsoft.com/office/2007/relationships/diagramDrawing" Target="../diagrams/drawing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A7CC7FC-9400-45C0-AEE5-559DC7B8176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CH"/>
              <a:t>Titel (maximal 2 Zeilen)</a:t>
            </a:r>
            <a:endParaRPr lang="de-CH" dirty="0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E59A757E-70E0-440F-BEA8-B72E48DC1E0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CH"/>
              <a:t>Untertitel</a:t>
            </a:r>
            <a:endParaRPr lang="de-CH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E414728-B805-4E50-A50E-C86B5CCCD8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15DFBE-C911-49C4-8A6A-226CE333BB5C}" type="datetime4">
              <a:rPr lang="de-CH" smtClean="0"/>
              <a:t>18. Oktober 2026</a:t>
            </a:fld>
            <a:endParaRPr lang="de-CH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F713402-FAFF-4740-A342-D66C7C5D0B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CH" dirty="0"/>
              <a:t>Klassifizierung: intern / vertraulich / geheim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74ED3FD-0C67-4C9B-8116-779F4B8A0B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de-CH" smtClean="0"/>
              <a:pPr/>
              <a:t>1</a:t>
            </a:fld>
            <a:endParaRPr lang="de-CH" dirty="0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45A35C26-D12A-492B-A8DF-81748A6A714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de-CH" noProof="0"/>
              <a:t>Spitzmarke</a:t>
            </a:r>
            <a:endParaRPr lang="de-CH"/>
          </a:p>
          <a:p>
            <a:endParaRPr lang="de-CH" dirty="0"/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ACD0557C-B142-4A0C-83B1-40038037FA5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de-CH"/>
              <a:t>Referent/-in</a:t>
            </a:r>
          </a:p>
          <a:p>
            <a:r>
              <a:rPr lang="de-CH"/>
              <a:t>Organisationseinheit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38282481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Bildplatzhalter 13" descr="Ein Bild, das Person, Fenster, draußen, Himmel enthält.&#10;&#10;Automatisch generierte Beschreibung">
            <a:extLst>
              <a:ext uri="{FF2B5EF4-FFF2-40B4-BE49-F238E27FC236}">
                <a16:creationId xmlns:a16="http://schemas.microsoft.com/office/drawing/2014/main" id="{72EC92AF-BA2C-4244-8EA3-0F0098C54E58}"/>
              </a:ext>
            </a:extLst>
          </p:cNvPr>
          <p:cNvPicPr>
            <a:picLocks noGrp="1" noChangeAspect="1"/>
          </p:cNvPicPr>
          <p:nvPr>
            <p:ph type="pic" sz="quarter" idx="17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" r="11"/>
          <a:stretch>
            <a:fillRect/>
          </a:stretch>
        </p:blipFill>
        <p:spPr/>
      </p:pic>
      <p:sp>
        <p:nvSpPr>
          <p:cNvPr id="23" name="Textplatzhalter 22">
            <a:extLst>
              <a:ext uri="{FF2B5EF4-FFF2-40B4-BE49-F238E27FC236}">
                <a16:creationId xmlns:a16="http://schemas.microsoft.com/office/drawing/2014/main" id="{0CFF9163-28A2-4007-A406-CC03ACF7EA1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E59A757E-70E0-440F-BEA8-B72E48DC1E0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CH"/>
              <a:t>Untertitel</a:t>
            </a:r>
            <a:endParaRPr lang="de-CH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E414728-B805-4E50-A50E-C86B5CCCD8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29CBF2-A4A8-4DE1-92D8-A4C96D3D2319}" type="datetime4">
              <a:rPr lang="de-CH" smtClean="0"/>
              <a:t>18. Oktober 2026</a:t>
            </a:fld>
            <a:endParaRPr lang="de-CH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F713402-FAFF-4740-A342-D66C7C5D0B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CH"/>
              <a:t>Klassifizierung: intern / vertraulich / geheim</a:t>
            </a:r>
            <a:endParaRPr lang="de-CH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74ED3FD-0C67-4C9B-8116-779F4B8A0B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de-CH" smtClean="0"/>
              <a:pPr/>
              <a:t>2</a:t>
            </a:fld>
            <a:endParaRPr lang="de-CH" dirty="0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45A35C26-D12A-492B-A8DF-81748A6A714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de-CH" noProof="0"/>
              <a:t>Spitzmarke</a:t>
            </a:r>
            <a:endParaRPr lang="de-CH"/>
          </a:p>
          <a:p>
            <a:endParaRPr lang="de-CH" dirty="0"/>
          </a:p>
        </p:txBody>
      </p:sp>
      <p:sp>
        <p:nvSpPr>
          <p:cNvPr id="22" name="Textplatzhalter 21">
            <a:extLst>
              <a:ext uri="{FF2B5EF4-FFF2-40B4-BE49-F238E27FC236}">
                <a16:creationId xmlns:a16="http://schemas.microsoft.com/office/drawing/2014/main" id="{A5687DF1-D738-4BAE-AD48-45C307F5410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ACD0557C-B142-4A0C-83B1-40038037FA5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de-CH"/>
              <a:t>Referent/-in</a:t>
            </a:r>
          </a:p>
          <a:p>
            <a:r>
              <a:rPr lang="de-CH"/>
              <a:t>Organisationseinheit</a:t>
            </a:r>
            <a:endParaRPr lang="de-CH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DA7CC7FC-9400-45C0-AEE5-559DC7B8176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CH"/>
              <a:t>Titel (maximal 2 Zeilen)</a:t>
            </a:r>
            <a:endParaRPr lang="de-CH" dirty="0"/>
          </a:p>
        </p:txBody>
      </p:sp>
      <p:sp>
        <p:nvSpPr>
          <p:cNvPr id="13" name="Sprechblase: rechteckig 12">
            <a:extLst>
              <a:ext uri="{FF2B5EF4-FFF2-40B4-BE49-F238E27FC236}">
                <a16:creationId xmlns:a16="http://schemas.microsoft.com/office/drawing/2014/main" id="{F90EEAA9-227C-44DC-8139-FC0A9AE8EA97}"/>
              </a:ext>
            </a:extLst>
          </p:cNvPr>
          <p:cNvSpPr/>
          <p:nvPr/>
        </p:nvSpPr>
        <p:spPr>
          <a:xfrm>
            <a:off x="9877897" y="1071564"/>
            <a:ext cx="1944216" cy="677144"/>
          </a:xfrm>
          <a:prstGeom prst="wedgeRectCallout">
            <a:avLst>
              <a:gd name="adj1" fmla="val -32892"/>
              <a:gd name="adj2" fmla="val 86319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de-CH" sz="820" dirty="0">
                <a:solidFill>
                  <a:schemeClr val="accent1"/>
                </a:solidFill>
              </a:rPr>
              <a:t>Hintergrundbild mit Rechtsklick ersetzen («Bild ändern») und</a:t>
            </a:r>
          </a:p>
          <a:p>
            <a:r>
              <a:rPr lang="de-CH" sz="820" dirty="0">
                <a:solidFill>
                  <a:schemeClr val="accent1"/>
                </a:solidFill>
              </a:rPr>
              <a:t>Sprechblase löschen.</a:t>
            </a:r>
          </a:p>
        </p:txBody>
      </p:sp>
    </p:spTree>
    <p:extLst>
      <p:ext uri="{BB962C8B-B14F-4D97-AF65-F5344CB8AC3E}">
        <p14:creationId xmlns:p14="http://schemas.microsoft.com/office/powerpoint/2010/main" val="37637789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Bildplatzhalter 17" descr="Ein Bild, das Person, draußen, Gebäude, Mann enthält.&#10;&#10;Automatisch generierte Beschreibung">
            <a:extLst>
              <a:ext uri="{FF2B5EF4-FFF2-40B4-BE49-F238E27FC236}">
                <a16:creationId xmlns:a16="http://schemas.microsoft.com/office/drawing/2014/main" id="{AC91DCD7-7796-4D04-903D-248824F0F4DD}"/>
              </a:ext>
            </a:extLst>
          </p:cNvPr>
          <p:cNvPicPr>
            <a:picLocks noGrp="1" noChangeAspect="1"/>
          </p:cNvPicPr>
          <p:nvPr>
            <p:ph type="pic" sz="quarter" idx="17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" r="11"/>
          <a:stretch>
            <a:fillRect/>
          </a:stretch>
        </p:blipFill>
        <p:spPr/>
      </p:pic>
      <p:sp>
        <p:nvSpPr>
          <p:cNvPr id="23" name="Textplatzhalter 22">
            <a:extLst>
              <a:ext uri="{FF2B5EF4-FFF2-40B4-BE49-F238E27FC236}">
                <a16:creationId xmlns:a16="http://schemas.microsoft.com/office/drawing/2014/main" id="{3720A594-2EF7-4861-9CCA-550B2FC7C6A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E59A757E-70E0-440F-BEA8-B72E48DC1E0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CH"/>
              <a:t>Untertitel</a:t>
            </a:r>
            <a:endParaRPr lang="de-CH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E414728-B805-4E50-A50E-C86B5CCCD8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18F7C4-543A-4D23-B5AB-FDD5C481F6C5}" type="datetime4">
              <a:rPr lang="de-CH" smtClean="0"/>
              <a:t>18. Oktober 2026</a:t>
            </a:fld>
            <a:endParaRPr lang="de-CH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F713402-FAFF-4740-A342-D66C7C5D0B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CH"/>
              <a:t>Klassifizierung: intern / vertraulich / geheim</a:t>
            </a:r>
            <a:endParaRPr lang="de-CH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74ED3FD-0C67-4C9B-8116-779F4B8A0B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de-CH" smtClean="0"/>
              <a:pPr/>
              <a:t>3</a:t>
            </a:fld>
            <a:endParaRPr lang="de-CH" dirty="0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45A35C26-D12A-492B-A8DF-81748A6A714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de-CH" noProof="0"/>
              <a:t>Spitzmarke</a:t>
            </a:r>
            <a:endParaRPr lang="de-CH"/>
          </a:p>
          <a:p>
            <a:endParaRPr lang="de-CH" dirty="0"/>
          </a:p>
        </p:txBody>
      </p:sp>
      <p:sp>
        <p:nvSpPr>
          <p:cNvPr id="22" name="Textplatzhalter 21">
            <a:extLst>
              <a:ext uri="{FF2B5EF4-FFF2-40B4-BE49-F238E27FC236}">
                <a16:creationId xmlns:a16="http://schemas.microsoft.com/office/drawing/2014/main" id="{1AA06AE9-1AB1-439F-BDD7-F3A58C4649D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ACD0557C-B142-4A0C-83B1-40038037FA5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de-CH"/>
              <a:t>Referent/-in</a:t>
            </a:r>
          </a:p>
          <a:p>
            <a:r>
              <a:rPr lang="de-CH"/>
              <a:t>Organisationseinheit</a:t>
            </a:r>
            <a:endParaRPr lang="de-CH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DA7CC7FC-9400-45C0-AEE5-559DC7B8176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CH"/>
              <a:t>Titel (maximal 2 Zeilen)</a:t>
            </a:r>
            <a:endParaRPr lang="de-CH" dirty="0"/>
          </a:p>
        </p:txBody>
      </p:sp>
      <p:sp>
        <p:nvSpPr>
          <p:cNvPr id="13" name="Sprechblase: rechteckig 12">
            <a:extLst>
              <a:ext uri="{FF2B5EF4-FFF2-40B4-BE49-F238E27FC236}">
                <a16:creationId xmlns:a16="http://schemas.microsoft.com/office/drawing/2014/main" id="{C829FB3E-03CB-4F88-8473-627FC3D08DED}"/>
              </a:ext>
            </a:extLst>
          </p:cNvPr>
          <p:cNvSpPr/>
          <p:nvPr/>
        </p:nvSpPr>
        <p:spPr>
          <a:xfrm>
            <a:off x="9877897" y="1071564"/>
            <a:ext cx="1944216" cy="677144"/>
          </a:xfrm>
          <a:prstGeom prst="wedgeRectCallout">
            <a:avLst>
              <a:gd name="adj1" fmla="val -32892"/>
              <a:gd name="adj2" fmla="val 86319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de-CH" sz="820" dirty="0">
                <a:solidFill>
                  <a:schemeClr val="accent1"/>
                </a:solidFill>
              </a:rPr>
              <a:t>Hintergrundbild mit Rechtsklick ersetzen («Bild ändern») und Sprechblase löschen.</a:t>
            </a:r>
          </a:p>
        </p:txBody>
      </p:sp>
    </p:spTree>
    <p:extLst>
      <p:ext uri="{BB962C8B-B14F-4D97-AF65-F5344CB8AC3E}">
        <p14:creationId xmlns:p14="http://schemas.microsoft.com/office/powerpoint/2010/main" val="41065269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18BA736-3302-4A40-B299-6E6E656BE12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CH"/>
              <a:t>Beispiel Kapiteltitel Schwarz</a:t>
            </a:r>
            <a:endParaRPr lang="de-CH" dirty="0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C16138E7-7A87-44FA-8C4F-FCFA3BE84B5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CH"/>
              <a:t>Untertitel</a:t>
            </a:r>
            <a:endParaRPr lang="de-CH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7512C4D-542C-4DD5-8526-FFA6E3CBD0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B32C06-58FE-4B78-8B6B-83EA4E12ADA1}" type="datetime4">
              <a:rPr lang="de-CH" smtClean="0"/>
              <a:t>18. Oktober 2026</a:t>
            </a:fld>
            <a:endParaRPr lang="de-CH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01E3F46-A3BD-445D-A1A5-794B00AB89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CH"/>
              <a:t>Klassifizierung: intern / vertraulich / geheim</a:t>
            </a:r>
            <a:endParaRPr lang="de-CH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DEF8997-7C65-41AF-9641-8CEE0C23BF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de-CH" smtClean="0"/>
              <a:pPr/>
              <a:t>4</a:t>
            </a:fld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24125259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18BA736-3302-4A40-B299-6E6E656BE12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CH"/>
              <a:t>Beispiel Kapiteltitel Blaugrau</a:t>
            </a:r>
            <a:endParaRPr lang="de-CH" dirty="0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C16138E7-7A87-44FA-8C4F-FCFA3BE84B5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CH"/>
              <a:t>Untertitel</a:t>
            </a:r>
            <a:endParaRPr lang="de-CH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7512C4D-542C-4DD5-8526-FFA6E3CBD0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1335A2-B782-4386-AA7D-BCB231B4FFA3}" type="datetime4">
              <a:rPr lang="de-CH" smtClean="0"/>
              <a:t>18. Oktober 2026</a:t>
            </a:fld>
            <a:endParaRPr lang="de-CH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01E3F46-A3BD-445D-A1A5-794B00AB89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CH"/>
              <a:t>Klassifizierung: intern / vertraulich / geheim</a:t>
            </a:r>
            <a:endParaRPr lang="de-CH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DEF8997-7C65-41AF-9641-8CEE0C23BF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de-CH" smtClean="0"/>
              <a:pPr/>
              <a:t>5</a:t>
            </a:fld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6859353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18BA736-3302-4A40-B299-6E6E656BE12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CH"/>
              <a:t>Beispiel Kapiteltitel Weiss</a:t>
            </a:r>
            <a:endParaRPr lang="de-CH" dirty="0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C16138E7-7A87-44FA-8C4F-FCFA3BE84B5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CH"/>
              <a:t>Untertitel</a:t>
            </a:r>
            <a:endParaRPr lang="de-CH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7512C4D-542C-4DD5-8526-FFA6E3CBD0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749132-C177-42D8-8D2F-A5CFA81E175B}" type="datetime4">
              <a:rPr lang="de-CH" smtClean="0"/>
              <a:t>18. Oktober 2026</a:t>
            </a:fld>
            <a:endParaRPr lang="de-CH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01E3F46-A3BD-445D-A1A5-794B00AB89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CH"/>
              <a:t>Klassifizierung: intern / vertraulich / geheim</a:t>
            </a:r>
            <a:endParaRPr lang="de-CH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DEF8997-7C65-41AF-9641-8CEE0C23BF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de-CH" smtClean="0"/>
              <a:pPr/>
              <a:t>6</a:t>
            </a:fld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23431294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18BA736-3302-4A40-B299-6E6E656BE12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CH"/>
              <a:t>Beispiel Kapiteltitel Rot</a:t>
            </a:r>
            <a:endParaRPr lang="de-CH" dirty="0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C16138E7-7A87-44FA-8C4F-FCFA3BE84B5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CH"/>
              <a:t>Untertitel</a:t>
            </a:r>
            <a:endParaRPr lang="de-CH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7512C4D-542C-4DD5-8526-FFA6E3CBD0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C5A3B6-A98E-4853-92E6-2A4012E3985A}" type="datetime4">
              <a:rPr lang="de-CH" smtClean="0"/>
              <a:t>18. Oktober 2026</a:t>
            </a:fld>
            <a:endParaRPr lang="de-CH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01E3F46-A3BD-445D-A1A5-794B00AB89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CH"/>
              <a:t>Klassifizierung: intern / vertraulich / geheim</a:t>
            </a:r>
            <a:endParaRPr lang="de-CH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DEF8997-7C65-41AF-9641-8CEE0C23BF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de-CH" smtClean="0"/>
              <a:pPr/>
              <a:t>7</a:t>
            </a:fld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17179349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Hinweis zum Erstellen von Aufzählungen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de-CH" dirty="0"/>
              <a:t>Für Aufzählungen nicht den «Aufzählungs-Button» verwenden</a:t>
            </a:r>
          </a:p>
          <a:p>
            <a:r>
              <a:rPr lang="de-CH" dirty="0"/>
              <a:t>sondern mit Textebenen arbeiten. Die Textebenen werden im Absatzformat mit der Funktion </a:t>
            </a:r>
            <a:r>
              <a:rPr lang="de-CH" dirty="0">
                <a:solidFill>
                  <a:schemeClr val="accent3"/>
                </a:solidFill>
              </a:rPr>
              <a:t>«Listenebene erhöhen» / «Listenebene verringern» </a:t>
            </a:r>
            <a:r>
              <a:rPr lang="de-CH" dirty="0"/>
              <a:t>definiert.</a:t>
            </a:r>
          </a:p>
          <a:p>
            <a:endParaRPr lang="de-CH" dirty="0"/>
          </a:p>
          <a:p>
            <a:r>
              <a:rPr lang="de-CH" dirty="0"/>
              <a:t>Textebene 1</a:t>
            </a:r>
          </a:p>
          <a:p>
            <a:pPr lvl="1"/>
            <a:r>
              <a:rPr lang="de-CH" dirty="0"/>
              <a:t>Textebene 2</a:t>
            </a:r>
          </a:p>
          <a:p>
            <a:pPr lvl="2"/>
            <a:r>
              <a:rPr lang="de-CH" dirty="0"/>
              <a:t>Textebene 3</a:t>
            </a:r>
          </a:p>
          <a:p>
            <a:pPr lvl="3"/>
            <a:r>
              <a:rPr lang="de-CH" dirty="0"/>
              <a:t>Textebene 4</a:t>
            </a:r>
          </a:p>
          <a:p>
            <a:pPr lvl="4"/>
            <a:r>
              <a:rPr lang="de-CH" dirty="0"/>
              <a:t>Textebene 5</a:t>
            </a:r>
          </a:p>
          <a:p>
            <a:pPr marL="534988" lvl="4" indent="0">
              <a:buNone/>
            </a:pPr>
            <a:endParaRPr lang="de-CH" dirty="0"/>
          </a:p>
        </p:txBody>
      </p:sp>
      <p:grpSp>
        <p:nvGrpSpPr>
          <p:cNvPr id="11" name="Gruppieren 10">
            <a:extLst>
              <a:ext uri="{FF2B5EF4-FFF2-40B4-BE49-F238E27FC236}">
                <a16:creationId xmlns:a16="http://schemas.microsoft.com/office/drawing/2014/main" id="{C40BE1B5-508E-4E26-BEC0-0D8645A1F57A}"/>
              </a:ext>
            </a:extLst>
          </p:cNvPr>
          <p:cNvGrpSpPr/>
          <p:nvPr/>
        </p:nvGrpSpPr>
        <p:grpSpPr>
          <a:xfrm>
            <a:off x="6104138" y="3933056"/>
            <a:ext cx="4104457" cy="1111624"/>
            <a:chOff x="6084236" y="1825625"/>
            <a:chExt cx="2880000" cy="780000"/>
          </a:xfrm>
        </p:grpSpPr>
        <p:grpSp>
          <p:nvGrpSpPr>
            <p:cNvPr id="4" name="Gruppieren 3"/>
            <p:cNvGrpSpPr/>
            <p:nvPr/>
          </p:nvGrpSpPr>
          <p:grpSpPr>
            <a:xfrm>
              <a:off x="6084236" y="1825625"/>
              <a:ext cx="2880000" cy="780000"/>
              <a:chOff x="4673633" y="2066061"/>
              <a:chExt cx="2880000" cy="780000"/>
            </a:xfrm>
          </p:grpSpPr>
          <p:pic>
            <p:nvPicPr>
              <p:cNvPr id="7" name="Grafik 6"/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673633" y="2066061"/>
                <a:ext cx="2880000" cy="780000"/>
              </a:xfrm>
              <a:prstGeom prst="rect">
                <a:avLst/>
              </a:prstGeom>
              <a:ln>
                <a:solidFill>
                  <a:schemeClr val="bg1">
                    <a:lumMod val="75000"/>
                  </a:schemeClr>
                </a:solidFill>
              </a:ln>
            </p:spPr>
          </p:pic>
          <p:sp>
            <p:nvSpPr>
              <p:cNvPr id="10" name="Rechteck 9"/>
              <p:cNvSpPr/>
              <p:nvPr/>
            </p:nvSpPr>
            <p:spPr>
              <a:xfrm>
                <a:off x="5321546" y="2133402"/>
                <a:ext cx="461188" cy="245732"/>
              </a:xfrm>
              <a:prstGeom prst="rect">
                <a:avLst/>
              </a:prstGeom>
              <a:noFill/>
              <a:ln w="28575">
                <a:solidFill>
                  <a:schemeClr val="accent3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</p:grpSp>
        <p:grpSp>
          <p:nvGrpSpPr>
            <p:cNvPr id="8" name="Gruppieren 7">
              <a:extLst>
                <a:ext uri="{FF2B5EF4-FFF2-40B4-BE49-F238E27FC236}">
                  <a16:creationId xmlns:a16="http://schemas.microsoft.com/office/drawing/2014/main" id="{762B8F72-5545-4F8C-88AD-E61C564AFF3A}"/>
                </a:ext>
              </a:extLst>
            </p:cNvPr>
            <p:cNvGrpSpPr/>
            <p:nvPr/>
          </p:nvGrpSpPr>
          <p:grpSpPr>
            <a:xfrm>
              <a:off x="6096000" y="1892966"/>
              <a:ext cx="216024" cy="216024"/>
              <a:chOff x="6096000" y="1892966"/>
              <a:chExt cx="216024" cy="216024"/>
            </a:xfrm>
          </p:grpSpPr>
          <p:cxnSp>
            <p:nvCxnSpPr>
              <p:cNvPr id="6" name="Gerader Verbinder 5">
                <a:extLst>
                  <a:ext uri="{FF2B5EF4-FFF2-40B4-BE49-F238E27FC236}">
                    <a16:creationId xmlns:a16="http://schemas.microsoft.com/office/drawing/2014/main" id="{C1B1473A-A31B-45E0-A743-96F76CAF9612}"/>
                  </a:ext>
                </a:extLst>
              </p:cNvPr>
              <p:cNvCxnSpPr/>
              <p:nvPr/>
            </p:nvCxnSpPr>
            <p:spPr>
              <a:xfrm flipH="1">
                <a:off x="6096000" y="1892966"/>
                <a:ext cx="216024" cy="216024"/>
              </a:xfrm>
              <a:prstGeom prst="line">
                <a:avLst/>
              </a:prstGeom>
              <a:ln w="2857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Gerader Verbinder 8">
                <a:extLst>
                  <a:ext uri="{FF2B5EF4-FFF2-40B4-BE49-F238E27FC236}">
                    <a16:creationId xmlns:a16="http://schemas.microsoft.com/office/drawing/2014/main" id="{43B2210F-A88B-44DB-84D5-D2EF9A19F1F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096000" y="1892966"/>
                <a:ext cx="216024" cy="216024"/>
              </a:xfrm>
              <a:prstGeom prst="line">
                <a:avLst/>
              </a:prstGeom>
              <a:ln w="2857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28F10906-6166-498C-9D23-27B5FAD6E9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C4002D-4494-41A7-880C-8645598BF647}" type="datetime4">
              <a:rPr lang="de-CH" smtClean="0"/>
              <a:t>18. Oktober 2026</a:t>
            </a:fld>
            <a:endParaRPr lang="de-CH" dirty="0"/>
          </a:p>
        </p:txBody>
      </p:sp>
      <p:sp>
        <p:nvSpPr>
          <p:cNvPr id="12" name="Fußzeilenplatzhalter 11">
            <a:extLst>
              <a:ext uri="{FF2B5EF4-FFF2-40B4-BE49-F238E27FC236}">
                <a16:creationId xmlns:a16="http://schemas.microsoft.com/office/drawing/2014/main" id="{E91A90D9-F7D2-4A73-820A-22E1065A12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CH"/>
              <a:t>Klassifizierung: intern / vertraulich / geheim</a:t>
            </a:r>
            <a:endParaRPr lang="de-CH" dirty="0"/>
          </a:p>
        </p:txBody>
      </p:sp>
      <p:sp>
        <p:nvSpPr>
          <p:cNvPr id="13" name="Foliennummernplatzhalter 12">
            <a:extLst>
              <a:ext uri="{FF2B5EF4-FFF2-40B4-BE49-F238E27FC236}">
                <a16:creationId xmlns:a16="http://schemas.microsoft.com/office/drawing/2014/main" id="{EAFA1B42-1FD8-45C6-90C8-BFEFC51F29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de-CH" smtClean="0"/>
              <a:pPr/>
              <a:t>8</a:t>
            </a:fld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28512449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A8FC53E-66DC-4145-8886-254427EDB6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Programm</a:t>
            </a:r>
          </a:p>
        </p:txBody>
      </p:sp>
      <p:sp>
        <p:nvSpPr>
          <p:cNvPr id="7" name="Inhaltsplatzhalter 6">
            <a:extLst>
              <a:ext uri="{FF2B5EF4-FFF2-40B4-BE49-F238E27FC236}">
                <a16:creationId xmlns:a16="http://schemas.microsoft.com/office/drawing/2014/main" id="{35005613-131C-45AF-B3F5-8B37AA92CB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47675" indent="-447675">
              <a:buFont typeface="+mj-lt"/>
              <a:buAutoNum type="arabicPeriod"/>
              <a:tabLst>
                <a:tab pos="10944225" algn="r"/>
              </a:tabLst>
            </a:pPr>
            <a:r>
              <a:rPr lang="de-CH" dirty="0"/>
              <a:t>Thema</a:t>
            </a:r>
          </a:p>
          <a:p>
            <a:pPr marL="447675" indent="-447675">
              <a:buFont typeface="+mj-lt"/>
              <a:buAutoNum type="arabicPeriod"/>
              <a:tabLst>
                <a:tab pos="10944225" algn="r"/>
              </a:tabLst>
            </a:pPr>
            <a:r>
              <a:rPr lang="de-CH" dirty="0"/>
              <a:t>Thema</a:t>
            </a:r>
          </a:p>
          <a:p>
            <a:pPr marL="447675" indent="-447675">
              <a:buFont typeface="+mj-lt"/>
              <a:buAutoNum type="arabicPeriod"/>
              <a:tabLst>
                <a:tab pos="10944225" algn="r"/>
              </a:tabLst>
            </a:pPr>
            <a:r>
              <a:rPr lang="de-CH" dirty="0"/>
              <a:t>Thema</a:t>
            </a:r>
          </a:p>
          <a:p>
            <a:pPr marL="447675" indent="-447675">
              <a:buFont typeface="+mj-lt"/>
              <a:buAutoNum type="arabicPeriod"/>
              <a:tabLst>
                <a:tab pos="10944225" algn="r"/>
              </a:tabLst>
            </a:pPr>
            <a:r>
              <a:rPr lang="de-CH" dirty="0"/>
              <a:t>Thema</a:t>
            </a:r>
          </a:p>
          <a:p>
            <a:pPr marL="447675" indent="-447675">
              <a:buFont typeface="+mj-lt"/>
              <a:buAutoNum type="arabicPeriod"/>
              <a:tabLst>
                <a:tab pos="10944225" algn="r"/>
              </a:tabLst>
            </a:pPr>
            <a:r>
              <a:rPr lang="de-CH" dirty="0"/>
              <a:t>…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CF0B341-567F-481A-9B52-DC0135BE2C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42C849-492D-4886-82E2-42AB397793A6}" type="datetime4">
              <a:rPr lang="de-CH" smtClean="0"/>
              <a:t>18. Oktober 2026</a:t>
            </a:fld>
            <a:endParaRPr lang="de-CH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D48F3BB-6B59-4E7C-A6E9-5678EAC50D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CH"/>
              <a:t>Klassifizierung: intern / vertraulich / geheim</a:t>
            </a:r>
            <a:endParaRPr lang="de-CH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EBB3F41-2068-480C-A9D4-68395196A5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de-CH" smtClean="0"/>
              <a:pPr/>
              <a:t>9</a:t>
            </a:fld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24873026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1CEFE11-A4A3-4C0D-9B15-68F68DE883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/>
              <a:t>Beispielfolie «Titel und Inhalt»</a:t>
            </a:r>
            <a:endParaRPr lang="de-CH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EAC0313-945E-4B7D-AA50-0A8905F422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CH"/>
              <a:t>Lorem ipsum dolor sit amet, consectetuer adipiscing elit. Maecenas porttitor congue massa. Fusce posuere, magna sed pulvinar ultricies, purus lectus malesuada libero, sit amet commodo magna eros quis urna.</a:t>
            </a:r>
          </a:p>
          <a:p>
            <a:endParaRPr lang="de-CH"/>
          </a:p>
          <a:p>
            <a:pPr lvl="1"/>
            <a:r>
              <a:rPr lang="de-CH"/>
              <a:t>Aufzählung (Textebene 2)</a:t>
            </a:r>
          </a:p>
          <a:p>
            <a:pPr lvl="1"/>
            <a:r>
              <a:rPr lang="de-CH"/>
              <a:t>Aufzählung (Textebene 2)</a:t>
            </a:r>
          </a:p>
          <a:p>
            <a:pPr lvl="2"/>
            <a:r>
              <a:rPr lang="de-CH"/>
              <a:t>Aufzählung (Textebene 3)</a:t>
            </a:r>
          </a:p>
          <a:p>
            <a:pPr lvl="2"/>
            <a:r>
              <a:rPr lang="de-CH"/>
              <a:t>Aufzählung (Textebene 3)</a:t>
            </a:r>
          </a:p>
          <a:p>
            <a:pPr lvl="2"/>
            <a:endParaRPr lang="de-CH"/>
          </a:p>
          <a:p>
            <a:endParaRPr lang="de-CH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759626A-D212-47F9-AD91-396A99606B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FAA0A9-3494-463A-A4F7-4C634B066E9C}" type="datetime4">
              <a:rPr lang="de-CH" smtClean="0"/>
              <a:t>18. Oktober 2026</a:t>
            </a:fld>
            <a:endParaRPr lang="de-CH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7FF4EBF-1F95-422C-ABDC-BAC99BA252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CH"/>
              <a:t>Klassifizierung: intern / vertraulich / geheim</a:t>
            </a:r>
            <a:endParaRPr lang="de-CH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6A97AFD-16FE-4EA5-A888-4A84A29DE5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de-CH" smtClean="0"/>
              <a:pPr/>
              <a:t>10</a:t>
            </a:fld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25527480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1CEFE11-A4A3-4C0D-9B15-68F68DE883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Beispielfolie «Titel, Untertitel und Inhalt»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EAC0313-945E-4B7D-AA50-0A8905F422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CH" dirty="0" err="1"/>
              <a:t>Lorem</a:t>
            </a:r>
            <a:r>
              <a:rPr lang="de-CH" dirty="0"/>
              <a:t> </a:t>
            </a:r>
            <a:r>
              <a:rPr lang="de-CH" dirty="0" err="1"/>
              <a:t>ipsum</a:t>
            </a:r>
            <a:r>
              <a:rPr lang="de-CH" dirty="0"/>
              <a:t> </a:t>
            </a:r>
            <a:r>
              <a:rPr lang="de-CH" dirty="0" err="1"/>
              <a:t>dolor</a:t>
            </a:r>
            <a:r>
              <a:rPr lang="de-CH" dirty="0"/>
              <a:t> </a:t>
            </a:r>
            <a:r>
              <a:rPr lang="de-CH" dirty="0" err="1"/>
              <a:t>sit</a:t>
            </a:r>
            <a:r>
              <a:rPr lang="de-CH" dirty="0"/>
              <a:t> </a:t>
            </a:r>
            <a:r>
              <a:rPr lang="de-CH" dirty="0" err="1"/>
              <a:t>amet</a:t>
            </a:r>
            <a:r>
              <a:rPr lang="de-CH" dirty="0"/>
              <a:t>, </a:t>
            </a:r>
            <a:r>
              <a:rPr lang="de-CH" dirty="0" err="1"/>
              <a:t>consectetuer</a:t>
            </a:r>
            <a:r>
              <a:rPr lang="de-CH" dirty="0"/>
              <a:t> </a:t>
            </a:r>
            <a:r>
              <a:rPr lang="de-CH" dirty="0" err="1"/>
              <a:t>adipiscing</a:t>
            </a:r>
            <a:r>
              <a:rPr lang="de-CH" dirty="0"/>
              <a:t> </a:t>
            </a:r>
            <a:r>
              <a:rPr lang="de-CH" dirty="0" err="1"/>
              <a:t>elit</a:t>
            </a:r>
            <a:r>
              <a:rPr lang="de-CH" dirty="0"/>
              <a:t>. Maecenas </a:t>
            </a:r>
            <a:r>
              <a:rPr lang="de-CH" dirty="0" err="1"/>
              <a:t>porttitor</a:t>
            </a:r>
            <a:r>
              <a:rPr lang="de-CH" dirty="0"/>
              <a:t> </a:t>
            </a:r>
            <a:r>
              <a:rPr lang="de-CH" dirty="0" err="1"/>
              <a:t>congue</a:t>
            </a:r>
            <a:r>
              <a:rPr lang="de-CH" dirty="0"/>
              <a:t> </a:t>
            </a:r>
            <a:r>
              <a:rPr lang="de-CH" dirty="0" err="1"/>
              <a:t>massa</a:t>
            </a:r>
            <a:r>
              <a:rPr lang="de-CH" dirty="0"/>
              <a:t>. </a:t>
            </a:r>
            <a:r>
              <a:rPr lang="de-CH" dirty="0" err="1"/>
              <a:t>Fusce</a:t>
            </a:r>
            <a:r>
              <a:rPr lang="de-CH" dirty="0"/>
              <a:t> </a:t>
            </a:r>
            <a:r>
              <a:rPr lang="de-CH" dirty="0" err="1"/>
              <a:t>posuere</a:t>
            </a:r>
            <a:r>
              <a:rPr lang="de-CH" dirty="0"/>
              <a:t>, magna sed </a:t>
            </a:r>
            <a:r>
              <a:rPr lang="de-CH" dirty="0" err="1"/>
              <a:t>pulvinar</a:t>
            </a:r>
            <a:r>
              <a:rPr lang="de-CH" dirty="0"/>
              <a:t> </a:t>
            </a:r>
            <a:r>
              <a:rPr lang="de-CH" dirty="0" err="1"/>
              <a:t>ultricies</a:t>
            </a:r>
            <a:r>
              <a:rPr lang="de-CH" dirty="0"/>
              <a:t>, </a:t>
            </a:r>
            <a:r>
              <a:rPr lang="de-CH" dirty="0" err="1"/>
              <a:t>purus</a:t>
            </a:r>
            <a:r>
              <a:rPr lang="de-CH" dirty="0"/>
              <a:t> </a:t>
            </a:r>
            <a:r>
              <a:rPr lang="de-CH" dirty="0" err="1"/>
              <a:t>lectus</a:t>
            </a:r>
            <a:r>
              <a:rPr lang="de-CH" dirty="0"/>
              <a:t> </a:t>
            </a:r>
            <a:r>
              <a:rPr lang="de-CH" dirty="0" err="1"/>
              <a:t>malesuada</a:t>
            </a:r>
            <a:r>
              <a:rPr lang="de-CH" dirty="0"/>
              <a:t> </a:t>
            </a:r>
            <a:r>
              <a:rPr lang="de-CH" dirty="0" err="1"/>
              <a:t>libero</a:t>
            </a:r>
            <a:r>
              <a:rPr lang="de-CH" dirty="0"/>
              <a:t>, </a:t>
            </a:r>
            <a:r>
              <a:rPr lang="de-CH" dirty="0" err="1"/>
              <a:t>sit</a:t>
            </a:r>
            <a:r>
              <a:rPr lang="de-CH" dirty="0"/>
              <a:t> </a:t>
            </a:r>
            <a:r>
              <a:rPr lang="de-CH" dirty="0" err="1"/>
              <a:t>amet</a:t>
            </a:r>
            <a:r>
              <a:rPr lang="de-CH" dirty="0"/>
              <a:t> commodo magna </a:t>
            </a:r>
            <a:r>
              <a:rPr lang="de-CH" dirty="0" err="1"/>
              <a:t>eros</a:t>
            </a:r>
            <a:r>
              <a:rPr lang="de-CH" dirty="0"/>
              <a:t> </a:t>
            </a:r>
            <a:r>
              <a:rPr lang="de-CH" dirty="0" err="1"/>
              <a:t>quis</a:t>
            </a:r>
            <a:r>
              <a:rPr lang="de-CH" dirty="0"/>
              <a:t> </a:t>
            </a:r>
            <a:r>
              <a:rPr lang="de-CH" dirty="0" err="1"/>
              <a:t>urna</a:t>
            </a:r>
            <a:r>
              <a:rPr lang="de-CH" dirty="0"/>
              <a:t>. Stet </a:t>
            </a:r>
            <a:r>
              <a:rPr lang="de-CH" dirty="0" err="1"/>
              <a:t>clita</a:t>
            </a:r>
            <a:r>
              <a:rPr lang="de-CH" dirty="0"/>
              <a:t> </a:t>
            </a:r>
            <a:r>
              <a:rPr lang="de-CH" dirty="0" err="1"/>
              <a:t>kasd</a:t>
            </a:r>
            <a:r>
              <a:rPr lang="de-CH" dirty="0"/>
              <a:t> </a:t>
            </a:r>
            <a:r>
              <a:rPr lang="de-CH" dirty="0" err="1"/>
              <a:t>gubergren</a:t>
            </a:r>
            <a:r>
              <a:rPr lang="de-CH" dirty="0"/>
              <a:t>, </a:t>
            </a:r>
            <a:r>
              <a:rPr lang="de-CH" dirty="0" err="1"/>
              <a:t>no</a:t>
            </a:r>
            <a:r>
              <a:rPr lang="de-CH" dirty="0"/>
              <a:t> </a:t>
            </a:r>
            <a:r>
              <a:rPr lang="de-CH" dirty="0" err="1"/>
              <a:t>sea</a:t>
            </a:r>
            <a:r>
              <a:rPr lang="de-CH" dirty="0"/>
              <a:t> </a:t>
            </a:r>
            <a:r>
              <a:rPr lang="de-CH" dirty="0" err="1"/>
              <a:t>takimata</a:t>
            </a:r>
            <a:r>
              <a:rPr lang="de-CH" dirty="0"/>
              <a:t> </a:t>
            </a:r>
            <a:r>
              <a:rPr lang="de-CH" dirty="0" err="1"/>
              <a:t>est</a:t>
            </a:r>
            <a:r>
              <a:rPr lang="de-CH" dirty="0"/>
              <a:t> </a:t>
            </a:r>
            <a:r>
              <a:rPr lang="de-CH" dirty="0" err="1"/>
              <a:t>Lorem</a:t>
            </a:r>
            <a:r>
              <a:rPr lang="de-CH" dirty="0"/>
              <a:t> </a:t>
            </a:r>
            <a:r>
              <a:rPr lang="de-CH" dirty="0" err="1"/>
              <a:t>ipsum</a:t>
            </a:r>
            <a:r>
              <a:rPr lang="de-CH" dirty="0"/>
              <a:t> </a:t>
            </a:r>
            <a:r>
              <a:rPr lang="de-CH" dirty="0" err="1"/>
              <a:t>dolor</a:t>
            </a:r>
            <a:r>
              <a:rPr lang="de-CH" dirty="0"/>
              <a:t> </a:t>
            </a:r>
            <a:r>
              <a:rPr lang="de-CH" dirty="0" err="1"/>
              <a:t>sit</a:t>
            </a:r>
            <a:r>
              <a:rPr lang="de-CH" dirty="0"/>
              <a:t> </a:t>
            </a:r>
            <a:r>
              <a:rPr lang="de-CH" dirty="0" err="1"/>
              <a:t>amet</a:t>
            </a:r>
            <a:r>
              <a:rPr lang="de-CH" dirty="0"/>
              <a:t>.</a:t>
            </a:r>
          </a:p>
          <a:p>
            <a:endParaRPr lang="de-CH" dirty="0"/>
          </a:p>
          <a:p>
            <a:r>
              <a:rPr lang="de-CH" dirty="0" err="1"/>
              <a:t>Fusce</a:t>
            </a:r>
            <a:r>
              <a:rPr lang="de-CH" dirty="0"/>
              <a:t> </a:t>
            </a:r>
            <a:r>
              <a:rPr lang="de-CH" dirty="0" err="1"/>
              <a:t>posuere</a:t>
            </a:r>
            <a:r>
              <a:rPr lang="de-CH" dirty="0"/>
              <a:t>, magna sed </a:t>
            </a:r>
            <a:r>
              <a:rPr lang="de-CH" dirty="0" err="1"/>
              <a:t>pulvinar</a:t>
            </a:r>
            <a:r>
              <a:rPr lang="de-CH" dirty="0"/>
              <a:t> </a:t>
            </a:r>
            <a:r>
              <a:rPr lang="de-CH" dirty="0" err="1"/>
              <a:t>ultricies</a:t>
            </a:r>
            <a:r>
              <a:rPr lang="de-CH" dirty="0"/>
              <a:t>, </a:t>
            </a:r>
            <a:r>
              <a:rPr lang="de-CH" dirty="0" err="1"/>
              <a:t>purus</a:t>
            </a:r>
            <a:r>
              <a:rPr lang="de-CH" dirty="0"/>
              <a:t> </a:t>
            </a:r>
            <a:r>
              <a:rPr lang="de-CH" dirty="0" err="1"/>
              <a:t>lectus</a:t>
            </a:r>
            <a:r>
              <a:rPr lang="de-CH" dirty="0"/>
              <a:t> </a:t>
            </a:r>
            <a:r>
              <a:rPr lang="de-CH" dirty="0" err="1"/>
              <a:t>malesuada</a:t>
            </a:r>
            <a:r>
              <a:rPr lang="de-CH" dirty="0"/>
              <a:t> </a:t>
            </a:r>
            <a:r>
              <a:rPr lang="de-CH" dirty="0" err="1"/>
              <a:t>libero</a:t>
            </a:r>
            <a:r>
              <a:rPr lang="de-CH" dirty="0"/>
              <a:t>, </a:t>
            </a:r>
            <a:r>
              <a:rPr lang="de-CH" dirty="0" err="1"/>
              <a:t>sit</a:t>
            </a:r>
            <a:r>
              <a:rPr lang="de-CH" dirty="0"/>
              <a:t> </a:t>
            </a:r>
            <a:r>
              <a:rPr lang="de-CH" dirty="0" err="1"/>
              <a:t>amet</a:t>
            </a:r>
            <a:r>
              <a:rPr lang="de-CH" dirty="0"/>
              <a:t> commodo magna </a:t>
            </a:r>
            <a:r>
              <a:rPr lang="de-CH" dirty="0" err="1"/>
              <a:t>eros</a:t>
            </a:r>
            <a:r>
              <a:rPr lang="de-CH" dirty="0"/>
              <a:t> </a:t>
            </a:r>
            <a:r>
              <a:rPr lang="de-CH" dirty="0" err="1"/>
              <a:t>quis</a:t>
            </a:r>
            <a:r>
              <a:rPr lang="de-CH" dirty="0"/>
              <a:t> </a:t>
            </a:r>
            <a:r>
              <a:rPr lang="de-CH" dirty="0" err="1"/>
              <a:t>urna</a:t>
            </a:r>
            <a:r>
              <a:rPr lang="de-CH" dirty="0"/>
              <a:t>.</a:t>
            </a:r>
          </a:p>
          <a:p>
            <a:endParaRPr lang="de-CH" dirty="0"/>
          </a:p>
          <a:p>
            <a:endParaRPr lang="de-CH" dirty="0"/>
          </a:p>
          <a:p>
            <a:r>
              <a:rPr lang="de-CH" dirty="0"/>
              <a:t>Letzte Zeile</a:t>
            </a:r>
          </a:p>
          <a:p>
            <a:endParaRPr lang="de-CH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759626A-D212-47F9-AD91-396A99606B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9949F0-897B-4E8A-94DA-4C4594347345}" type="datetime4">
              <a:rPr lang="de-CH" smtClean="0"/>
              <a:t>18. Oktober 2026</a:t>
            </a:fld>
            <a:endParaRPr lang="de-CH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7FF4EBF-1F95-422C-ABDC-BAC99BA252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CH"/>
              <a:t>Klassifizierung: intern / vertraulich / geheim</a:t>
            </a:r>
            <a:endParaRPr lang="de-CH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6A97AFD-16FE-4EA5-A888-4A84A29DE5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de-CH" smtClean="0"/>
              <a:pPr/>
              <a:t>11</a:t>
            </a:fld>
            <a:endParaRPr lang="de-CH" dirty="0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0E2F15EE-587F-4445-9C73-E64483B36B8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de-CH" dirty="0"/>
              <a:t>Untertitel</a:t>
            </a:r>
          </a:p>
        </p:txBody>
      </p:sp>
    </p:spTree>
    <p:extLst>
      <p:ext uri="{BB962C8B-B14F-4D97-AF65-F5344CB8AC3E}">
        <p14:creationId xmlns:p14="http://schemas.microsoft.com/office/powerpoint/2010/main" val="41812714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1CEFE11-A4A3-4C0D-9B15-68F68DE883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/>
              <a:t>Beispielfolie «Titel, Inhalt und Bild rechts»</a:t>
            </a:r>
            <a:endParaRPr lang="de-CH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759626A-D212-47F9-AD91-396A99606B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FE60E5-0A8C-4317-BF3E-DFE4CD091014}" type="datetime4">
              <a:rPr lang="de-CH" smtClean="0"/>
              <a:t>18. Oktober 2026</a:t>
            </a:fld>
            <a:endParaRPr lang="de-CH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7FF4EBF-1F95-422C-ABDC-BAC99BA252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CH"/>
              <a:t>Klassifizierung: intern / vertraulich / geheim</a:t>
            </a:r>
            <a:endParaRPr lang="de-CH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6A97AFD-16FE-4EA5-A888-4A84A29DE5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de-CH" smtClean="0"/>
              <a:pPr/>
              <a:t>12</a:t>
            </a:fld>
            <a:endParaRPr lang="de-CH" dirty="0"/>
          </a:p>
        </p:txBody>
      </p:sp>
      <p:sp>
        <p:nvSpPr>
          <p:cNvPr id="13" name="Bildplatzhalter 12">
            <a:extLst>
              <a:ext uri="{FF2B5EF4-FFF2-40B4-BE49-F238E27FC236}">
                <a16:creationId xmlns:a16="http://schemas.microsoft.com/office/drawing/2014/main" id="{626DA33E-9E96-4BFD-9E96-561CBBBDEC9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EAC0313-945E-4B7D-AA50-0A8905F4222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de-CH"/>
              <a:t>Lorem ipsum dolor sit amet, cons-ectetuer adipiscing elit. Maecenas porttitor congue massa. Fusce pos-uere, magna sed pulvinar ultricies, purus lectus malesuada libero, sit amet commodo magna eros quis urna.</a:t>
            </a:r>
          </a:p>
          <a:p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14488289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1CEFE11-A4A3-4C0D-9B15-68F68DE883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/>
              <a:t>Beispielfolie «Titel, Inhalt und Bild links»</a:t>
            </a:r>
            <a:endParaRPr lang="de-CH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759626A-D212-47F9-AD91-396A99606B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92DC4D-EC40-4E30-A9BE-52B4B5AE3270}" type="datetime4">
              <a:rPr lang="de-CH" smtClean="0"/>
              <a:t>18. Oktober 2026</a:t>
            </a:fld>
            <a:endParaRPr lang="de-CH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7FF4EBF-1F95-422C-ABDC-BAC99BA252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CH"/>
              <a:t>Klassifizierung: intern / vertraulich / geheim</a:t>
            </a:r>
            <a:endParaRPr lang="de-CH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6A97AFD-16FE-4EA5-A888-4A84A29DE5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de-CH" smtClean="0"/>
              <a:pPr/>
              <a:t>13</a:t>
            </a:fld>
            <a:endParaRPr lang="de-CH" dirty="0"/>
          </a:p>
        </p:txBody>
      </p:sp>
      <p:sp>
        <p:nvSpPr>
          <p:cNvPr id="13" name="Bildplatzhalter 12">
            <a:extLst>
              <a:ext uri="{FF2B5EF4-FFF2-40B4-BE49-F238E27FC236}">
                <a16:creationId xmlns:a16="http://schemas.microsoft.com/office/drawing/2014/main" id="{835AABB1-FF17-4B47-8603-C3B7979E09C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EAC0313-945E-4B7D-AA50-0A8905F4222C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de-CH"/>
              <a:t>Lorem ipsum dolor sit amet, cons-ectetuer adipiscing elit. Maecenas porttitor congue massa. Fusce pos-uere, magna sed pulvinar ultricies, purus lectus malesuada libero, sit amet commodo magna eros quis urna.</a:t>
            </a:r>
          </a:p>
          <a:p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31348830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D021F0C-E0D9-453D-B2D2-4053ECC948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Tabelle</a:t>
            </a:r>
          </a:p>
        </p:txBody>
      </p:sp>
      <p:graphicFrame>
        <p:nvGraphicFramePr>
          <p:cNvPr id="7" name="Inhaltsplatzhalter 6">
            <a:extLst>
              <a:ext uri="{FF2B5EF4-FFF2-40B4-BE49-F238E27FC236}">
                <a16:creationId xmlns:a16="http://schemas.microsoft.com/office/drawing/2014/main" id="{011B64E1-45E5-4B4B-B430-19B9F6072FE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3069786"/>
              </p:ext>
            </p:extLst>
          </p:nvPr>
        </p:nvGraphicFramePr>
        <p:xfrm>
          <a:off x="838200" y="1852613"/>
          <a:ext cx="10983912" cy="41314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274077427"/>
                    </a:ext>
                  </a:extLst>
                </a:gridCol>
                <a:gridCol w="3240360">
                  <a:extLst>
                    <a:ext uri="{9D8B030D-6E8A-4147-A177-3AD203B41FA5}">
                      <a16:colId xmlns:a16="http://schemas.microsoft.com/office/drawing/2014/main" val="3987251325"/>
                    </a:ext>
                  </a:extLst>
                </a:gridCol>
                <a:gridCol w="2485752">
                  <a:extLst>
                    <a:ext uri="{9D8B030D-6E8A-4147-A177-3AD203B41FA5}">
                      <a16:colId xmlns:a16="http://schemas.microsoft.com/office/drawing/2014/main" val="284542684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de-CH" sz="1300" spc="0" baseline="0" dirty="0"/>
                        <a:t>1. Spalte</a:t>
                      </a:r>
                    </a:p>
                  </a:txBody>
                  <a:tcPr marL="0" marR="0" marT="10800" marB="72000" anchor="b"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de-CH" sz="1300" kern="1200" spc="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2. Spalte</a:t>
                      </a:r>
                    </a:p>
                  </a:txBody>
                  <a:tcPr marL="0" marR="0" marT="10800" marB="72000" anchor="b"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de-CH" sz="1300" kern="1200" spc="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3. Spalte</a:t>
                      </a:r>
                    </a:p>
                  </a:txBody>
                  <a:tcPr marL="0" marR="0" marT="10800" marB="72000" anchor="b"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233049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de-CH" sz="2600" dirty="0"/>
                        <a:t>Text</a:t>
                      </a:r>
                    </a:p>
                  </a:txBody>
                  <a:tcPr marL="0" marR="0" marT="10800" marB="10800"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de-CH" sz="2600" dirty="0"/>
                        <a:t>0</a:t>
                      </a:r>
                    </a:p>
                  </a:txBody>
                  <a:tcPr marL="0" marR="0" marT="10800" marB="10800"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de-CH" sz="2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0" marR="0" marT="10800" marB="10800"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845084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CH" sz="2600" dirty="0"/>
                        <a:t>Text</a:t>
                      </a:r>
                    </a:p>
                  </a:txBody>
                  <a:tcPr marL="0" marR="0" marT="10800" marB="10800"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de-CH" sz="2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/>
                          <a:ea typeface="+mn-ea"/>
                          <a:cs typeface="+mn-cs"/>
                        </a:rPr>
                        <a:t>0</a:t>
                      </a:r>
                      <a:endParaRPr kumimoji="0" lang="de-CH" sz="2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/>
                        <a:ea typeface="+mn-ea"/>
                        <a:cs typeface="+mn-cs"/>
                      </a:endParaRPr>
                    </a:p>
                  </a:txBody>
                  <a:tcPr marL="0" marR="0" marT="10800" marB="10800"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de-CH" sz="2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/>
                          <a:ea typeface="+mn-ea"/>
                          <a:cs typeface="+mn-cs"/>
                        </a:rPr>
                        <a:t>0</a:t>
                      </a:r>
                      <a:endParaRPr kumimoji="0" lang="de-CH" sz="2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/>
                        <a:ea typeface="+mn-ea"/>
                        <a:cs typeface="+mn-cs"/>
                      </a:endParaRPr>
                    </a:p>
                  </a:txBody>
                  <a:tcPr marL="0" marR="0" marT="10800" marB="10800"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874406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CH" sz="2600"/>
                        <a:t>Text</a:t>
                      </a:r>
                      <a:endParaRPr lang="de-CH" sz="2600" dirty="0"/>
                    </a:p>
                  </a:txBody>
                  <a:tcPr marL="0" marR="0" marT="10800" marB="10800"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de-CH" sz="2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/>
                          <a:ea typeface="+mn-ea"/>
                          <a:cs typeface="+mn-cs"/>
                        </a:rPr>
                        <a:t>0</a:t>
                      </a:r>
                      <a:endParaRPr kumimoji="0" lang="de-CH" sz="2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/>
                        <a:ea typeface="+mn-ea"/>
                        <a:cs typeface="+mn-cs"/>
                      </a:endParaRPr>
                    </a:p>
                  </a:txBody>
                  <a:tcPr marL="0" marR="0" marT="10800" marB="10800"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de-CH" sz="2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/>
                          <a:ea typeface="+mn-ea"/>
                          <a:cs typeface="+mn-cs"/>
                        </a:rPr>
                        <a:t>0</a:t>
                      </a:r>
                      <a:endParaRPr kumimoji="0" lang="de-CH" sz="2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/>
                        <a:ea typeface="+mn-ea"/>
                        <a:cs typeface="+mn-cs"/>
                      </a:endParaRPr>
                    </a:p>
                  </a:txBody>
                  <a:tcPr marL="0" marR="0" marT="10800" marB="10800"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598059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CH" sz="2600"/>
                        <a:t>Text</a:t>
                      </a:r>
                      <a:endParaRPr lang="de-CH" sz="2600" dirty="0"/>
                    </a:p>
                  </a:txBody>
                  <a:tcPr marL="0" marR="0" marT="10800" marB="10800"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de-CH" sz="2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/>
                          <a:ea typeface="+mn-ea"/>
                          <a:cs typeface="+mn-cs"/>
                        </a:rPr>
                        <a:t>0</a:t>
                      </a:r>
                      <a:endParaRPr kumimoji="0" lang="de-CH" sz="2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/>
                        <a:ea typeface="+mn-ea"/>
                        <a:cs typeface="+mn-cs"/>
                      </a:endParaRPr>
                    </a:p>
                  </a:txBody>
                  <a:tcPr marL="0" marR="0" marT="10800" marB="10800"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de-CH" sz="2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/>
                          <a:ea typeface="+mn-ea"/>
                          <a:cs typeface="+mn-cs"/>
                        </a:rPr>
                        <a:t>0</a:t>
                      </a:r>
                      <a:endParaRPr kumimoji="0" lang="de-CH" sz="2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/>
                        <a:ea typeface="+mn-ea"/>
                        <a:cs typeface="+mn-cs"/>
                      </a:endParaRPr>
                    </a:p>
                  </a:txBody>
                  <a:tcPr marL="0" marR="0" marT="10800" marB="10800"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920640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CH" sz="2600"/>
                        <a:t>Text</a:t>
                      </a:r>
                      <a:endParaRPr lang="de-CH" sz="2600" dirty="0"/>
                    </a:p>
                  </a:txBody>
                  <a:tcPr marL="0" marR="0" marT="10800" marB="10800"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de-CH" sz="2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/>
                          <a:ea typeface="+mn-ea"/>
                          <a:cs typeface="+mn-cs"/>
                        </a:rPr>
                        <a:t>0</a:t>
                      </a:r>
                      <a:endParaRPr kumimoji="0" lang="de-CH" sz="2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/>
                        <a:ea typeface="+mn-ea"/>
                        <a:cs typeface="+mn-cs"/>
                      </a:endParaRPr>
                    </a:p>
                  </a:txBody>
                  <a:tcPr marL="0" marR="0" marT="10800" marB="10800"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de-CH" sz="2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/>
                          <a:ea typeface="+mn-ea"/>
                          <a:cs typeface="+mn-cs"/>
                        </a:rPr>
                        <a:t>0</a:t>
                      </a:r>
                      <a:endParaRPr kumimoji="0" lang="de-CH" sz="2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/>
                        <a:ea typeface="+mn-ea"/>
                        <a:cs typeface="+mn-cs"/>
                      </a:endParaRPr>
                    </a:p>
                  </a:txBody>
                  <a:tcPr marL="0" marR="0" marT="10800" marB="10800"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568808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CH" sz="2600"/>
                        <a:t>Text</a:t>
                      </a:r>
                      <a:endParaRPr lang="de-CH" sz="2600" dirty="0"/>
                    </a:p>
                  </a:txBody>
                  <a:tcPr marL="0" marR="0" marT="10800" marB="10800"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de-CH" sz="2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/>
                          <a:ea typeface="+mn-ea"/>
                          <a:cs typeface="+mn-cs"/>
                        </a:rPr>
                        <a:t>0</a:t>
                      </a:r>
                      <a:endParaRPr kumimoji="0" lang="de-CH" sz="2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/>
                        <a:ea typeface="+mn-ea"/>
                        <a:cs typeface="+mn-cs"/>
                      </a:endParaRPr>
                    </a:p>
                  </a:txBody>
                  <a:tcPr marL="0" marR="0" marT="10800" marB="10800"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de-CH" sz="2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/>
                          <a:ea typeface="+mn-ea"/>
                          <a:cs typeface="+mn-cs"/>
                        </a:rPr>
                        <a:t>0</a:t>
                      </a:r>
                      <a:endParaRPr kumimoji="0" lang="de-CH" sz="2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/>
                        <a:ea typeface="+mn-ea"/>
                        <a:cs typeface="+mn-cs"/>
                      </a:endParaRPr>
                    </a:p>
                  </a:txBody>
                  <a:tcPr marL="0" marR="0" marT="10800" marB="10800"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751994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CH" sz="2600"/>
                        <a:t>Text</a:t>
                      </a:r>
                      <a:endParaRPr lang="de-CH" sz="2600" dirty="0"/>
                    </a:p>
                  </a:txBody>
                  <a:tcPr marL="0" marR="0" marT="10800" marB="10800"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de-CH" sz="2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/>
                          <a:ea typeface="+mn-ea"/>
                          <a:cs typeface="+mn-cs"/>
                        </a:rPr>
                        <a:t>0</a:t>
                      </a:r>
                      <a:endParaRPr kumimoji="0" lang="de-CH" sz="2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/>
                        <a:ea typeface="+mn-ea"/>
                        <a:cs typeface="+mn-cs"/>
                      </a:endParaRPr>
                    </a:p>
                  </a:txBody>
                  <a:tcPr marL="0" marR="0" marT="10800" marB="10800"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de-CH" sz="2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/>
                          <a:ea typeface="+mn-ea"/>
                          <a:cs typeface="+mn-cs"/>
                        </a:rPr>
                        <a:t>0</a:t>
                      </a:r>
                      <a:endParaRPr kumimoji="0" lang="de-CH" sz="2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/>
                        <a:ea typeface="+mn-ea"/>
                        <a:cs typeface="+mn-cs"/>
                      </a:endParaRPr>
                    </a:p>
                  </a:txBody>
                  <a:tcPr marL="0" marR="0" marT="10800" marB="10800"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243090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CH" sz="2600"/>
                        <a:t>Text</a:t>
                      </a:r>
                      <a:endParaRPr lang="de-CH" sz="2600" dirty="0"/>
                    </a:p>
                  </a:txBody>
                  <a:tcPr marL="0" marR="0" marT="10800" marB="10800"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de-CH" sz="2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/>
                          <a:ea typeface="+mn-ea"/>
                          <a:cs typeface="+mn-cs"/>
                        </a:rPr>
                        <a:t>0</a:t>
                      </a:r>
                      <a:endParaRPr kumimoji="0" lang="de-CH" sz="2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/>
                        <a:ea typeface="+mn-ea"/>
                        <a:cs typeface="+mn-cs"/>
                      </a:endParaRPr>
                    </a:p>
                  </a:txBody>
                  <a:tcPr marL="0" marR="0" marT="10800" marB="10800"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de-CH" sz="2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/>
                          <a:ea typeface="+mn-ea"/>
                          <a:cs typeface="+mn-cs"/>
                        </a:rPr>
                        <a:t>0</a:t>
                      </a:r>
                      <a:endParaRPr kumimoji="0" lang="de-CH" sz="2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/>
                        <a:ea typeface="+mn-ea"/>
                        <a:cs typeface="+mn-cs"/>
                      </a:endParaRPr>
                    </a:p>
                  </a:txBody>
                  <a:tcPr marL="0" marR="0" marT="10800" marB="10800"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327157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CH" sz="2600" dirty="0"/>
                        <a:t>Text</a:t>
                      </a:r>
                    </a:p>
                  </a:txBody>
                  <a:tcPr marL="0" marR="0" marT="10800" marB="10800"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de-CH" sz="2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0" marR="0" marT="10800" marB="10800"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de-CH" sz="2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0" marR="0" marT="10800" marB="10800"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91265536"/>
                  </a:ext>
                </a:extLst>
              </a:tr>
            </a:tbl>
          </a:graphicData>
        </a:graphic>
      </p:graphicFrame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3DA22A3-7639-4C3E-91CA-2226489C47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E8F5E1-6731-4E41-B050-7EDDCA29FE08}" type="datetime4">
              <a:rPr lang="de-CH" smtClean="0"/>
              <a:t>18. Oktober 2026</a:t>
            </a:fld>
            <a:endParaRPr lang="de-CH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B8BF431-29F5-4F8E-8714-8A32F19C26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CH"/>
              <a:t>Klassifizierung: intern / vertraulich / geheim</a:t>
            </a:r>
            <a:endParaRPr lang="de-CH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AB24F7B-F5EC-417F-8A54-A35930ADA5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de-CH" smtClean="0"/>
              <a:pPr/>
              <a:t>14</a:t>
            </a:fld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38265506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312F108-F9B8-41C9-9CAD-AC788CA507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Beispielfolie Säulendiagramm</a:t>
            </a:r>
          </a:p>
        </p:txBody>
      </p:sp>
      <p:graphicFrame>
        <p:nvGraphicFramePr>
          <p:cNvPr id="9" name="Inhaltsplatzhalter 8">
            <a:extLst>
              <a:ext uri="{FF2B5EF4-FFF2-40B4-BE49-F238E27FC236}">
                <a16:creationId xmlns:a16="http://schemas.microsoft.com/office/drawing/2014/main" id="{CF414992-DF37-410F-B38D-7BE42945949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21750752"/>
              </p:ext>
            </p:extLst>
          </p:nvPr>
        </p:nvGraphicFramePr>
        <p:xfrm>
          <a:off x="767408" y="1852613"/>
          <a:ext cx="11161240" cy="467201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698551C-2B31-44CA-89F2-703A830772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37EAAB-187F-4C56-8B61-2DFCB7909EF4}" type="datetime4">
              <a:rPr lang="de-CH" smtClean="0"/>
              <a:t>18. Oktober 2026</a:t>
            </a:fld>
            <a:endParaRPr lang="de-CH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F5CA319-3A0D-46F9-965C-5A5AC52989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CH"/>
              <a:t>Klassifizierung: intern / vertraulich / geheim</a:t>
            </a:r>
            <a:endParaRPr lang="de-CH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A25EC0F-F4AB-41F7-AE70-3D72F856C7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de-CH" smtClean="0"/>
              <a:pPr/>
              <a:t>15</a:t>
            </a:fld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403125350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312F108-F9B8-41C9-9CAD-AC788CA507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Beispielfolie Säulendiagramm</a:t>
            </a:r>
          </a:p>
        </p:txBody>
      </p:sp>
      <p:graphicFrame>
        <p:nvGraphicFramePr>
          <p:cNvPr id="9" name="Inhaltsplatzhalter 8">
            <a:extLst>
              <a:ext uri="{FF2B5EF4-FFF2-40B4-BE49-F238E27FC236}">
                <a16:creationId xmlns:a16="http://schemas.microsoft.com/office/drawing/2014/main" id="{CF414992-DF37-410F-B38D-7BE42945949B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4093119087"/>
              </p:ext>
            </p:extLst>
          </p:nvPr>
        </p:nvGraphicFramePr>
        <p:xfrm>
          <a:off x="6422082" y="1822095"/>
          <a:ext cx="5506565" cy="43513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2415599-845C-4350-BC53-342710E68A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52126" y="1825625"/>
            <a:ext cx="5329015" cy="4351338"/>
          </a:xfrm>
        </p:spPr>
        <p:txBody>
          <a:bodyPr/>
          <a:lstStyle/>
          <a:p>
            <a:r>
              <a:rPr lang="de-CH" dirty="0" err="1"/>
              <a:t>Lorem</a:t>
            </a:r>
            <a:r>
              <a:rPr lang="de-CH" dirty="0"/>
              <a:t> </a:t>
            </a:r>
            <a:r>
              <a:rPr lang="de-CH" dirty="0" err="1"/>
              <a:t>ipsum</a:t>
            </a:r>
            <a:r>
              <a:rPr lang="de-CH" dirty="0"/>
              <a:t> </a:t>
            </a:r>
            <a:r>
              <a:rPr lang="de-CH" dirty="0" err="1"/>
              <a:t>dolor</a:t>
            </a:r>
            <a:r>
              <a:rPr lang="de-CH" dirty="0"/>
              <a:t> </a:t>
            </a:r>
            <a:r>
              <a:rPr lang="de-CH" dirty="0" err="1"/>
              <a:t>sit</a:t>
            </a:r>
            <a:r>
              <a:rPr lang="de-CH" dirty="0"/>
              <a:t> </a:t>
            </a:r>
            <a:r>
              <a:rPr lang="de-CH" dirty="0" err="1"/>
              <a:t>amet</a:t>
            </a:r>
            <a:r>
              <a:rPr lang="de-CH" dirty="0"/>
              <a:t>, </a:t>
            </a:r>
            <a:r>
              <a:rPr lang="de-CH" dirty="0" err="1"/>
              <a:t>cons-ectetuer</a:t>
            </a:r>
            <a:r>
              <a:rPr lang="de-CH" dirty="0"/>
              <a:t> </a:t>
            </a:r>
            <a:r>
              <a:rPr lang="de-CH" dirty="0" err="1"/>
              <a:t>adipiscing</a:t>
            </a:r>
            <a:r>
              <a:rPr lang="de-CH" dirty="0"/>
              <a:t> </a:t>
            </a:r>
            <a:r>
              <a:rPr lang="de-CH" dirty="0" err="1"/>
              <a:t>elit</a:t>
            </a:r>
            <a:r>
              <a:rPr lang="de-CH" dirty="0"/>
              <a:t>. Maecenas </a:t>
            </a:r>
            <a:r>
              <a:rPr lang="de-CH" dirty="0" err="1"/>
              <a:t>porttitor</a:t>
            </a:r>
            <a:r>
              <a:rPr lang="de-CH" dirty="0"/>
              <a:t> </a:t>
            </a:r>
            <a:r>
              <a:rPr lang="de-CH" dirty="0" err="1"/>
              <a:t>congue</a:t>
            </a:r>
            <a:r>
              <a:rPr lang="de-CH" dirty="0"/>
              <a:t> </a:t>
            </a:r>
            <a:r>
              <a:rPr lang="de-CH" dirty="0" err="1"/>
              <a:t>massa</a:t>
            </a:r>
            <a:r>
              <a:rPr lang="de-CH" dirty="0"/>
              <a:t>. </a:t>
            </a:r>
            <a:r>
              <a:rPr lang="de-CH" dirty="0" err="1"/>
              <a:t>Fusce</a:t>
            </a:r>
            <a:r>
              <a:rPr lang="de-CH" dirty="0"/>
              <a:t> </a:t>
            </a:r>
            <a:r>
              <a:rPr lang="de-CH" dirty="0" err="1"/>
              <a:t>pos-uere</a:t>
            </a:r>
            <a:r>
              <a:rPr lang="de-CH" dirty="0"/>
              <a:t>, magna sed </a:t>
            </a:r>
            <a:r>
              <a:rPr lang="de-CH" dirty="0" err="1"/>
              <a:t>pulvinar</a:t>
            </a:r>
            <a:r>
              <a:rPr lang="de-CH" dirty="0"/>
              <a:t> </a:t>
            </a:r>
            <a:r>
              <a:rPr lang="de-CH" dirty="0" err="1"/>
              <a:t>ultricies</a:t>
            </a:r>
            <a:r>
              <a:rPr lang="de-CH" dirty="0"/>
              <a:t>, </a:t>
            </a:r>
            <a:r>
              <a:rPr lang="de-CH" dirty="0" err="1"/>
              <a:t>purus</a:t>
            </a:r>
            <a:r>
              <a:rPr lang="de-CH" dirty="0"/>
              <a:t> </a:t>
            </a:r>
            <a:r>
              <a:rPr lang="de-CH" dirty="0" err="1"/>
              <a:t>lectus</a:t>
            </a:r>
            <a:r>
              <a:rPr lang="de-CH" dirty="0"/>
              <a:t> </a:t>
            </a:r>
            <a:r>
              <a:rPr lang="de-CH" dirty="0" err="1"/>
              <a:t>malesuada</a:t>
            </a:r>
            <a:r>
              <a:rPr lang="de-CH" dirty="0"/>
              <a:t> </a:t>
            </a:r>
            <a:r>
              <a:rPr lang="de-CH" dirty="0" err="1"/>
              <a:t>libero</a:t>
            </a:r>
            <a:r>
              <a:rPr lang="de-CH" dirty="0"/>
              <a:t>, </a:t>
            </a:r>
            <a:r>
              <a:rPr lang="de-CH" dirty="0" err="1"/>
              <a:t>sit</a:t>
            </a:r>
            <a:r>
              <a:rPr lang="de-CH" dirty="0"/>
              <a:t> </a:t>
            </a:r>
            <a:r>
              <a:rPr lang="de-CH" dirty="0" err="1"/>
              <a:t>amet</a:t>
            </a:r>
            <a:r>
              <a:rPr lang="de-CH" dirty="0"/>
              <a:t> commodo magna </a:t>
            </a:r>
            <a:r>
              <a:rPr lang="de-CH" dirty="0" err="1"/>
              <a:t>eros</a:t>
            </a:r>
            <a:r>
              <a:rPr lang="de-CH" dirty="0"/>
              <a:t> </a:t>
            </a:r>
            <a:r>
              <a:rPr lang="de-CH" dirty="0" err="1"/>
              <a:t>quis</a:t>
            </a:r>
            <a:r>
              <a:rPr lang="de-CH" dirty="0"/>
              <a:t> </a:t>
            </a:r>
            <a:r>
              <a:rPr lang="de-CH" dirty="0" err="1"/>
              <a:t>urna</a:t>
            </a:r>
            <a:r>
              <a:rPr lang="de-CH" dirty="0"/>
              <a:t>.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698551C-2B31-44CA-89F2-703A830772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A390E-B176-4985-B56A-A6259EAB9278}" type="datetime4">
              <a:rPr lang="de-CH" smtClean="0"/>
              <a:t>18. Oktober 2026</a:t>
            </a:fld>
            <a:endParaRPr lang="de-CH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F5CA319-3A0D-46F9-965C-5A5AC52989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CH"/>
              <a:t>Klassifizierung: intern / vertraulich / geheim</a:t>
            </a:r>
            <a:endParaRPr lang="de-CH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A25EC0F-F4AB-41F7-AE70-3D72F856C7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de-CH" smtClean="0"/>
              <a:pPr/>
              <a:t>16</a:t>
            </a:fld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313519117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312F108-F9B8-41C9-9CAD-AC788CA507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Beispielfolie Kreisdiagramm</a:t>
            </a:r>
          </a:p>
        </p:txBody>
      </p:sp>
      <p:graphicFrame>
        <p:nvGraphicFramePr>
          <p:cNvPr id="9" name="Inhaltsplatzhalter 8">
            <a:extLst>
              <a:ext uri="{FF2B5EF4-FFF2-40B4-BE49-F238E27FC236}">
                <a16:creationId xmlns:a16="http://schemas.microsoft.com/office/drawing/2014/main" id="{CF414992-DF37-410F-B38D-7BE42945949B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2427602400"/>
              </p:ext>
            </p:extLst>
          </p:nvPr>
        </p:nvGraphicFramePr>
        <p:xfrm>
          <a:off x="6422083" y="1822095"/>
          <a:ext cx="5400030" cy="43513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2415599-845C-4350-BC53-342710E68A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52126" y="1825625"/>
            <a:ext cx="5329015" cy="4351338"/>
          </a:xfrm>
        </p:spPr>
        <p:txBody>
          <a:bodyPr/>
          <a:lstStyle/>
          <a:p>
            <a:r>
              <a:rPr lang="de-CH" dirty="0" err="1"/>
              <a:t>Lorem</a:t>
            </a:r>
            <a:r>
              <a:rPr lang="de-CH" dirty="0"/>
              <a:t> </a:t>
            </a:r>
            <a:r>
              <a:rPr lang="de-CH" dirty="0" err="1"/>
              <a:t>ipsum</a:t>
            </a:r>
            <a:r>
              <a:rPr lang="de-CH" dirty="0"/>
              <a:t> </a:t>
            </a:r>
            <a:r>
              <a:rPr lang="de-CH" dirty="0" err="1"/>
              <a:t>dolor</a:t>
            </a:r>
            <a:r>
              <a:rPr lang="de-CH" dirty="0"/>
              <a:t> </a:t>
            </a:r>
            <a:r>
              <a:rPr lang="de-CH" dirty="0" err="1"/>
              <a:t>sit</a:t>
            </a:r>
            <a:r>
              <a:rPr lang="de-CH" dirty="0"/>
              <a:t> </a:t>
            </a:r>
            <a:r>
              <a:rPr lang="de-CH" dirty="0" err="1"/>
              <a:t>amet</a:t>
            </a:r>
            <a:r>
              <a:rPr lang="de-CH" dirty="0"/>
              <a:t>, </a:t>
            </a:r>
            <a:r>
              <a:rPr lang="de-CH" dirty="0" err="1"/>
              <a:t>cons-ectetuer</a:t>
            </a:r>
            <a:r>
              <a:rPr lang="de-CH" dirty="0"/>
              <a:t> </a:t>
            </a:r>
            <a:r>
              <a:rPr lang="de-CH" dirty="0" err="1"/>
              <a:t>adipiscing</a:t>
            </a:r>
            <a:r>
              <a:rPr lang="de-CH" dirty="0"/>
              <a:t> </a:t>
            </a:r>
            <a:r>
              <a:rPr lang="de-CH" dirty="0" err="1"/>
              <a:t>elit</a:t>
            </a:r>
            <a:r>
              <a:rPr lang="de-CH" dirty="0"/>
              <a:t>. Maecenas </a:t>
            </a:r>
            <a:r>
              <a:rPr lang="de-CH" dirty="0" err="1"/>
              <a:t>porttitor</a:t>
            </a:r>
            <a:r>
              <a:rPr lang="de-CH" dirty="0"/>
              <a:t> </a:t>
            </a:r>
            <a:r>
              <a:rPr lang="de-CH" dirty="0" err="1"/>
              <a:t>congue</a:t>
            </a:r>
            <a:r>
              <a:rPr lang="de-CH" dirty="0"/>
              <a:t> </a:t>
            </a:r>
            <a:r>
              <a:rPr lang="de-CH" dirty="0" err="1"/>
              <a:t>massa</a:t>
            </a:r>
            <a:r>
              <a:rPr lang="de-CH" dirty="0"/>
              <a:t>. 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698551C-2B31-44CA-89F2-703A830772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0345CF-5C58-4199-B50F-AC9993D8C959}" type="datetime4">
              <a:rPr lang="de-CH" smtClean="0"/>
              <a:t>18. Oktober 2026</a:t>
            </a:fld>
            <a:endParaRPr lang="de-CH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F5CA319-3A0D-46F9-965C-5A5AC52989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CH"/>
              <a:t>Klassifizierung: intern / vertraulich / geheim</a:t>
            </a:r>
            <a:endParaRPr lang="de-CH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A25EC0F-F4AB-41F7-AE70-3D72F856C7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de-CH" smtClean="0"/>
              <a:pPr/>
              <a:t>17</a:t>
            </a:fld>
            <a:endParaRPr lang="de-CH" dirty="0"/>
          </a:p>
        </p:txBody>
      </p:sp>
      <p:graphicFrame>
        <p:nvGraphicFramePr>
          <p:cNvPr id="8" name="Inhaltsplatzhalter 6">
            <a:extLst>
              <a:ext uri="{FF2B5EF4-FFF2-40B4-BE49-F238E27FC236}">
                <a16:creationId xmlns:a16="http://schemas.microsoft.com/office/drawing/2014/main" id="{B5DC8615-07FE-4567-8AC0-85E5381D03A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73343921"/>
              </p:ext>
            </p:extLst>
          </p:nvPr>
        </p:nvGraphicFramePr>
        <p:xfrm>
          <a:off x="845162" y="3426335"/>
          <a:ext cx="5342941" cy="1152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961656">
                  <a:extLst>
                    <a:ext uri="{9D8B030D-6E8A-4147-A177-3AD203B41FA5}">
                      <a16:colId xmlns:a16="http://schemas.microsoft.com/office/drawing/2014/main" val="274077427"/>
                    </a:ext>
                  </a:extLst>
                </a:gridCol>
                <a:gridCol w="1381285">
                  <a:extLst>
                    <a:ext uri="{9D8B030D-6E8A-4147-A177-3AD203B41FA5}">
                      <a16:colId xmlns:a16="http://schemas.microsoft.com/office/drawing/2014/main" val="3987251325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r>
                        <a:rPr lang="de-CH" sz="1300" spc="0" baseline="0" dirty="0">
                          <a:solidFill>
                            <a:schemeClr val="tx1"/>
                          </a:solidFill>
                        </a:rPr>
                        <a:t>2019</a:t>
                      </a:r>
                    </a:p>
                  </a:txBody>
                  <a:tcPr marL="0" marR="0" marT="10800" marB="72000" anchor="b"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e-CH" sz="1300" kern="1200" spc="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CHF</a:t>
                      </a:r>
                    </a:p>
                  </a:txBody>
                  <a:tcPr marL="0" marR="0" marT="10800" marB="72000" anchor="b"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23304946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de-CH" sz="1300" dirty="0"/>
                        <a:t>Text</a:t>
                      </a:r>
                    </a:p>
                  </a:txBody>
                  <a:tcPr marL="0" marR="0" marT="10800" marB="10800" anchor="ctr"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e-CH" sz="1300" dirty="0"/>
                        <a:t>000</a:t>
                      </a:r>
                    </a:p>
                  </a:txBody>
                  <a:tcPr marL="0" marR="0" marT="10800" marB="10800" anchor="ctr"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84508491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r>
                        <a:rPr lang="de-CH" sz="1300" dirty="0"/>
                        <a:t>Text</a:t>
                      </a:r>
                    </a:p>
                  </a:txBody>
                  <a:tcPr marL="0" marR="0" marT="10800" marB="10800" anchor="ctr"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kumimoji="0" lang="de-CH" sz="13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/>
                          <a:ea typeface="+mn-ea"/>
                          <a:cs typeface="+mn-cs"/>
                        </a:rPr>
                        <a:t>–0 000</a:t>
                      </a:r>
                      <a:endParaRPr lang="de-CH" sz="1300" dirty="0"/>
                    </a:p>
                  </a:txBody>
                  <a:tcPr marL="0" marR="0" marT="10800" marB="10800" anchor="ctr"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87440606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r>
                        <a:rPr lang="de-CH" sz="1300" dirty="0"/>
                        <a:t>Text</a:t>
                      </a:r>
                    </a:p>
                  </a:txBody>
                  <a:tcPr marL="0" marR="0" marT="10800" marB="10800" anchor="ctr"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kumimoji="0" lang="de-CH" sz="13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/>
                          <a:ea typeface="+mn-ea"/>
                          <a:cs typeface="+mn-cs"/>
                        </a:rPr>
                        <a:t>0 000</a:t>
                      </a:r>
                      <a:endParaRPr lang="de-CH" sz="1300" dirty="0"/>
                    </a:p>
                  </a:txBody>
                  <a:tcPr marL="0" marR="0" marT="10800" marB="10800" anchor="ctr"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598059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1297495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Hinterlegtes Farbkonzept</a:t>
            </a:r>
          </a:p>
        </p:txBody>
      </p:sp>
      <p:graphicFrame>
        <p:nvGraphicFramePr>
          <p:cNvPr id="4" name="Inhaltsplatzhalt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53418072"/>
              </p:ext>
            </p:extLst>
          </p:nvPr>
        </p:nvGraphicFramePr>
        <p:xfrm>
          <a:off x="838200" y="1852613"/>
          <a:ext cx="10983918" cy="232345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85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85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985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9853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9853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9853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9853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9853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99853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998538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998538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306684">
                <a:tc>
                  <a:txBody>
                    <a:bodyPr/>
                    <a:lstStyle/>
                    <a:p>
                      <a:r>
                        <a:rPr lang="de-CH" sz="800" b="1" dirty="0" err="1">
                          <a:solidFill>
                            <a:schemeClr val="tx1"/>
                          </a:solidFill>
                        </a:rPr>
                        <a:t>Hintergr</a:t>
                      </a:r>
                      <a:r>
                        <a:rPr lang="de-CH" sz="800" b="1" dirty="0">
                          <a:solidFill>
                            <a:schemeClr val="tx1"/>
                          </a:solidFill>
                        </a:rPr>
                        <a:t>. 1</a:t>
                      </a:r>
                    </a:p>
                  </a:txBody>
                  <a:tcPr marL="127350" marR="127350" anchor="b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CH" sz="800" b="1" dirty="0">
                          <a:solidFill>
                            <a:schemeClr val="tx1"/>
                          </a:solidFill>
                        </a:rPr>
                        <a:t>Text 1</a:t>
                      </a:r>
                    </a:p>
                  </a:txBody>
                  <a:tcPr marL="127350" marR="127350" anchor="b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CH" sz="800" b="1" dirty="0" err="1">
                          <a:solidFill>
                            <a:schemeClr val="tx1"/>
                          </a:solidFill>
                        </a:rPr>
                        <a:t>Hintergr</a:t>
                      </a:r>
                      <a:r>
                        <a:rPr lang="de-CH" sz="800" b="1" dirty="0">
                          <a:solidFill>
                            <a:schemeClr val="tx1"/>
                          </a:solidFill>
                        </a:rPr>
                        <a:t>. 2</a:t>
                      </a:r>
                    </a:p>
                  </a:txBody>
                  <a:tcPr marL="127350" marR="127350" anchor="b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CH" sz="800" b="1" dirty="0">
                          <a:solidFill>
                            <a:schemeClr val="tx1"/>
                          </a:solidFill>
                        </a:rPr>
                        <a:t>Text</a:t>
                      </a:r>
                      <a:r>
                        <a:rPr lang="de-CH" sz="800" b="1" baseline="0" dirty="0">
                          <a:solidFill>
                            <a:schemeClr val="tx1"/>
                          </a:solidFill>
                        </a:rPr>
                        <a:t> 2</a:t>
                      </a:r>
                      <a:endParaRPr lang="de-CH" sz="800" b="1" dirty="0">
                        <a:solidFill>
                          <a:schemeClr val="tx1"/>
                        </a:solidFill>
                      </a:endParaRPr>
                    </a:p>
                  </a:txBody>
                  <a:tcPr marL="127350" marR="127350" anchor="b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e-CH" sz="800" b="1" dirty="0">
                        <a:solidFill>
                          <a:schemeClr val="tx1"/>
                        </a:solidFill>
                      </a:endParaRPr>
                    </a:p>
                  </a:txBody>
                  <a:tcPr marL="127350" marR="127350" anchor="b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CH" sz="800" b="1" dirty="0">
                          <a:solidFill>
                            <a:schemeClr val="tx1"/>
                          </a:solidFill>
                        </a:rPr>
                        <a:t>Akzent 1</a:t>
                      </a:r>
                    </a:p>
                  </a:txBody>
                  <a:tcPr marL="127350" marR="127350" anchor="b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CH" sz="800" b="1" dirty="0">
                          <a:solidFill>
                            <a:schemeClr val="tx1"/>
                          </a:solidFill>
                        </a:rPr>
                        <a:t>Akzent 2</a:t>
                      </a:r>
                    </a:p>
                  </a:txBody>
                  <a:tcPr marL="127350" marR="127350" anchor="b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CH" sz="800" b="1" dirty="0">
                          <a:solidFill>
                            <a:schemeClr val="tx1"/>
                          </a:solidFill>
                        </a:rPr>
                        <a:t>Akzent 3</a:t>
                      </a:r>
                    </a:p>
                  </a:txBody>
                  <a:tcPr marL="127350" marR="127350" anchor="b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CH" sz="800" b="1" dirty="0">
                          <a:solidFill>
                            <a:schemeClr val="tx1"/>
                          </a:solidFill>
                        </a:rPr>
                        <a:t>Akzent</a:t>
                      </a:r>
                      <a:r>
                        <a:rPr lang="de-CH" sz="800" b="1" baseline="0" dirty="0">
                          <a:solidFill>
                            <a:schemeClr val="tx1"/>
                          </a:solidFill>
                        </a:rPr>
                        <a:t> 4</a:t>
                      </a:r>
                      <a:endParaRPr lang="de-CH" sz="800" b="1" dirty="0">
                        <a:solidFill>
                          <a:schemeClr val="tx1"/>
                        </a:solidFill>
                      </a:endParaRPr>
                    </a:p>
                  </a:txBody>
                  <a:tcPr marL="127350" marR="127350" anchor="b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CH" sz="800" b="1" dirty="0">
                          <a:solidFill>
                            <a:schemeClr val="tx1"/>
                          </a:solidFill>
                        </a:rPr>
                        <a:t>Akzent 5</a:t>
                      </a:r>
                    </a:p>
                  </a:txBody>
                  <a:tcPr marL="127350" marR="127350" anchor="b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CH" sz="800" b="1" dirty="0">
                          <a:solidFill>
                            <a:schemeClr val="tx1"/>
                          </a:solidFill>
                        </a:rPr>
                        <a:t>Akzent 6</a:t>
                      </a:r>
                    </a:p>
                  </a:txBody>
                  <a:tcPr marL="127350" marR="127350" anchor="b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6684">
                <a:tc>
                  <a:txBody>
                    <a:bodyPr/>
                    <a:lstStyle/>
                    <a:p>
                      <a:endParaRPr lang="de-CH" sz="1400" dirty="0"/>
                    </a:p>
                  </a:txBody>
                  <a:tcPr marL="127350" marR="127350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CH" sz="1400" dirty="0"/>
                    </a:p>
                  </a:txBody>
                  <a:tcPr marL="127350" marR="127350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CH" sz="1400" dirty="0"/>
                    </a:p>
                  </a:txBody>
                  <a:tcPr marL="127350" marR="127350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CH" sz="1400" dirty="0"/>
                    </a:p>
                  </a:txBody>
                  <a:tcPr marL="127350" marR="127350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CH" sz="1400" dirty="0"/>
                    </a:p>
                  </a:txBody>
                  <a:tcPr marL="127350" marR="127350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e-CH" sz="1400" dirty="0"/>
                    </a:p>
                  </a:txBody>
                  <a:tcPr marL="127350" marR="127350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CH" sz="1400" dirty="0"/>
                    </a:p>
                  </a:txBody>
                  <a:tcPr marL="127350" marR="127350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CH" sz="1400" dirty="0"/>
                    </a:p>
                  </a:txBody>
                  <a:tcPr marL="127350" marR="127350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CH" sz="1400" dirty="0"/>
                    </a:p>
                  </a:txBody>
                  <a:tcPr marL="127350" marR="127350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CH" sz="1400" dirty="0"/>
                    </a:p>
                  </a:txBody>
                  <a:tcPr marL="127350" marR="127350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CH" sz="1400" dirty="0"/>
                    </a:p>
                  </a:txBody>
                  <a:tcPr marL="127350" marR="127350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6666">
                <a:tc>
                  <a:txBody>
                    <a:bodyPr/>
                    <a:lstStyle/>
                    <a:p>
                      <a:endParaRPr lang="de-CH" sz="300" dirty="0"/>
                    </a:p>
                  </a:txBody>
                  <a:tcPr marL="127350" marR="127350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e-CH" sz="300" dirty="0"/>
                    </a:p>
                  </a:txBody>
                  <a:tcPr marL="127350" marR="127350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e-CH" sz="300" dirty="0"/>
                    </a:p>
                  </a:txBody>
                  <a:tcPr marL="127350" marR="127350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e-CH" sz="300" dirty="0"/>
                    </a:p>
                  </a:txBody>
                  <a:tcPr marL="127350" marR="127350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e-CH" sz="300" dirty="0"/>
                    </a:p>
                  </a:txBody>
                  <a:tcPr marL="127350" marR="127350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e-CH" sz="300" dirty="0"/>
                    </a:p>
                  </a:txBody>
                  <a:tcPr marL="127350" marR="127350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e-CH" sz="300" dirty="0"/>
                    </a:p>
                  </a:txBody>
                  <a:tcPr marL="127350" marR="127350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e-CH" sz="300" dirty="0"/>
                    </a:p>
                  </a:txBody>
                  <a:tcPr marL="127350" marR="127350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e-CH" sz="300" dirty="0"/>
                    </a:p>
                  </a:txBody>
                  <a:tcPr marL="127350" marR="127350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e-CH" sz="300" dirty="0"/>
                    </a:p>
                  </a:txBody>
                  <a:tcPr marL="127350" marR="127350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e-CH" sz="300" dirty="0"/>
                    </a:p>
                  </a:txBody>
                  <a:tcPr marL="127350" marR="127350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6684">
                <a:tc>
                  <a:txBody>
                    <a:bodyPr/>
                    <a:lstStyle/>
                    <a:p>
                      <a:endParaRPr lang="de-CH" sz="1400" dirty="0"/>
                    </a:p>
                  </a:txBody>
                  <a:tcPr marL="127350" marR="127350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de-CH" sz="1400" dirty="0"/>
                    </a:p>
                  </a:txBody>
                  <a:tcPr marL="127350" marR="127350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de-CH" sz="1400" dirty="0"/>
                    </a:p>
                  </a:txBody>
                  <a:tcPr marL="127350" marR="127350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de-CH" sz="1400" dirty="0"/>
                    </a:p>
                  </a:txBody>
                  <a:tcPr marL="127350" marR="127350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de-CH" sz="1400" dirty="0"/>
                    </a:p>
                  </a:txBody>
                  <a:tcPr marL="127350" marR="127350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e-CH" sz="1400" dirty="0"/>
                    </a:p>
                  </a:txBody>
                  <a:tcPr marL="127350" marR="127350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de-CH" sz="1400" dirty="0"/>
                    </a:p>
                  </a:txBody>
                  <a:tcPr marL="127350" marR="127350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de-CH" sz="1400" dirty="0"/>
                    </a:p>
                  </a:txBody>
                  <a:tcPr marL="127350" marR="127350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de-CH" sz="1400" dirty="0"/>
                    </a:p>
                  </a:txBody>
                  <a:tcPr marL="127350" marR="127350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de-CH" sz="1400" dirty="0"/>
                    </a:p>
                  </a:txBody>
                  <a:tcPr marL="127350" marR="127350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de-CH" sz="1400" dirty="0"/>
                    </a:p>
                  </a:txBody>
                  <a:tcPr marL="127350" marR="127350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6684">
                <a:tc>
                  <a:txBody>
                    <a:bodyPr/>
                    <a:lstStyle/>
                    <a:p>
                      <a:endParaRPr lang="de-CH" sz="1400" dirty="0"/>
                    </a:p>
                  </a:txBody>
                  <a:tcPr marL="127350" marR="127350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de-CH" sz="1400" dirty="0"/>
                    </a:p>
                  </a:txBody>
                  <a:tcPr marL="127350" marR="127350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de-CH" sz="1400" dirty="0"/>
                    </a:p>
                  </a:txBody>
                  <a:tcPr marL="127350" marR="127350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de-CH" sz="1400" dirty="0"/>
                    </a:p>
                  </a:txBody>
                  <a:tcPr marL="127350" marR="127350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de-CH" sz="1400" dirty="0"/>
                    </a:p>
                  </a:txBody>
                  <a:tcPr marL="127350" marR="127350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e-CH" sz="1400" dirty="0"/>
                    </a:p>
                  </a:txBody>
                  <a:tcPr marL="127350" marR="127350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de-CH" sz="1400" dirty="0"/>
                    </a:p>
                  </a:txBody>
                  <a:tcPr marL="127350" marR="127350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de-CH" sz="1400" dirty="0"/>
                    </a:p>
                  </a:txBody>
                  <a:tcPr marL="127350" marR="127350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de-CH" sz="1400" dirty="0"/>
                    </a:p>
                  </a:txBody>
                  <a:tcPr marL="127350" marR="127350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de-CH" sz="1400" dirty="0"/>
                    </a:p>
                  </a:txBody>
                  <a:tcPr marL="127350" marR="127350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de-CH" sz="1400" dirty="0"/>
                    </a:p>
                  </a:txBody>
                  <a:tcPr marL="127350" marR="127350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6684">
                <a:tc>
                  <a:txBody>
                    <a:bodyPr/>
                    <a:lstStyle/>
                    <a:p>
                      <a:endParaRPr lang="de-CH" sz="1400" dirty="0"/>
                    </a:p>
                  </a:txBody>
                  <a:tcPr marL="127350" marR="127350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de-CH" sz="1400" dirty="0"/>
                    </a:p>
                  </a:txBody>
                  <a:tcPr marL="127350" marR="127350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de-CH" sz="1400" dirty="0"/>
                    </a:p>
                  </a:txBody>
                  <a:tcPr marL="127350" marR="127350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de-CH" sz="1400" dirty="0"/>
                    </a:p>
                  </a:txBody>
                  <a:tcPr marL="127350" marR="127350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de-CH" sz="1400" dirty="0"/>
                    </a:p>
                  </a:txBody>
                  <a:tcPr marL="127350" marR="127350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e-CH" sz="1400" dirty="0"/>
                    </a:p>
                  </a:txBody>
                  <a:tcPr marL="127350" marR="127350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de-CH" sz="1400" dirty="0"/>
                    </a:p>
                  </a:txBody>
                  <a:tcPr marL="127350" marR="127350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de-CH" sz="1400" dirty="0"/>
                    </a:p>
                  </a:txBody>
                  <a:tcPr marL="127350" marR="127350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de-CH" sz="1400" dirty="0"/>
                    </a:p>
                  </a:txBody>
                  <a:tcPr marL="127350" marR="127350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de-CH" sz="1400" dirty="0"/>
                    </a:p>
                  </a:txBody>
                  <a:tcPr marL="127350" marR="127350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de-CH" sz="1400" dirty="0"/>
                    </a:p>
                  </a:txBody>
                  <a:tcPr marL="127350" marR="127350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6684">
                <a:tc>
                  <a:txBody>
                    <a:bodyPr/>
                    <a:lstStyle/>
                    <a:p>
                      <a:endParaRPr lang="de-CH" sz="1400" dirty="0"/>
                    </a:p>
                  </a:txBody>
                  <a:tcPr marL="127350" marR="127350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de-CH" sz="1400" dirty="0"/>
                    </a:p>
                  </a:txBody>
                  <a:tcPr marL="127350" marR="127350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de-CH" sz="1400" dirty="0"/>
                    </a:p>
                  </a:txBody>
                  <a:tcPr marL="127350" marR="127350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de-CH" sz="1400" dirty="0"/>
                    </a:p>
                  </a:txBody>
                  <a:tcPr marL="127350" marR="127350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de-CH" sz="1400" dirty="0"/>
                    </a:p>
                  </a:txBody>
                  <a:tcPr marL="127350" marR="127350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e-CH" sz="1400" dirty="0"/>
                    </a:p>
                  </a:txBody>
                  <a:tcPr marL="127350" marR="127350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de-CH" sz="1400" dirty="0"/>
                    </a:p>
                  </a:txBody>
                  <a:tcPr marL="127350" marR="127350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de-CH" sz="1400" dirty="0"/>
                    </a:p>
                  </a:txBody>
                  <a:tcPr marL="127350" marR="127350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de-CH" sz="1400" dirty="0"/>
                    </a:p>
                  </a:txBody>
                  <a:tcPr marL="127350" marR="127350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de-CH" sz="1400" dirty="0"/>
                    </a:p>
                  </a:txBody>
                  <a:tcPr marL="127350" marR="127350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de-CH" sz="1400" dirty="0"/>
                    </a:p>
                  </a:txBody>
                  <a:tcPr marL="127350" marR="127350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6684">
                <a:tc>
                  <a:txBody>
                    <a:bodyPr/>
                    <a:lstStyle/>
                    <a:p>
                      <a:endParaRPr lang="de-CH" sz="1400" dirty="0"/>
                    </a:p>
                  </a:txBody>
                  <a:tcPr marL="127350" marR="127350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de-CH" sz="1400" dirty="0"/>
                    </a:p>
                  </a:txBody>
                  <a:tcPr marL="127350" marR="127350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de-CH" sz="1400" dirty="0"/>
                    </a:p>
                  </a:txBody>
                  <a:tcPr marL="127350" marR="127350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de-CH" sz="1400" dirty="0"/>
                    </a:p>
                  </a:txBody>
                  <a:tcPr marL="127350" marR="127350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de-CH" sz="1400" dirty="0"/>
                    </a:p>
                  </a:txBody>
                  <a:tcPr marL="127350" marR="127350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e-CH" sz="1400" dirty="0"/>
                    </a:p>
                  </a:txBody>
                  <a:tcPr marL="127350" marR="127350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de-CH" sz="1400" dirty="0"/>
                    </a:p>
                  </a:txBody>
                  <a:tcPr marL="127350" marR="127350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de-CH" sz="1400" dirty="0"/>
                    </a:p>
                  </a:txBody>
                  <a:tcPr marL="127350" marR="127350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de-CH" sz="1400" dirty="0"/>
                    </a:p>
                  </a:txBody>
                  <a:tcPr marL="127350" marR="127350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de-CH" sz="1400" dirty="0"/>
                    </a:p>
                  </a:txBody>
                  <a:tcPr marL="127350" marR="127350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de-CH" sz="1400" dirty="0"/>
                    </a:p>
                  </a:txBody>
                  <a:tcPr marL="127350" marR="127350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36E9210E-817C-4B39-AE0F-0740A83DAF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C59F1D-F5D8-4B40-A4C1-1D3135CA6E1B}" type="datetime4">
              <a:rPr lang="de-CH" smtClean="0"/>
              <a:t>18. Oktober 2026</a:t>
            </a:fld>
            <a:endParaRPr lang="de-CH" dirty="0"/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0CF2A9DA-79E1-4501-B3D1-422C3E774B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CH"/>
              <a:t>Klassifizierung: intern / vertraulich / geheim</a:t>
            </a:r>
            <a:endParaRPr lang="de-CH" dirty="0"/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F9536A04-D54C-41EA-B303-760BBC24D2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de-CH" smtClean="0"/>
              <a:pPr/>
              <a:t>18</a:t>
            </a:fld>
            <a:endParaRPr lang="de-CH" dirty="0"/>
          </a:p>
        </p:txBody>
      </p:sp>
      <p:graphicFrame>
        <p:nvGraphicFramePr>
          <p:cNvPr id="5" name="Diagramm 4"/>
          <p:cNvGraphicFramePr/>
          <p:nvPr>
            <p:extLst>
              <p:ext uri="{D42A27DB-BD31-4B8C-83A1-F6EECF244321}">
                <p14:modId xmlns:p14="http://schemas.microsoft.com/office/powerpoint/2010/main" val="999636007"/>
              </p:ext>
            </p:extLst>
          </p:nvPr>
        </p:nvGraphicFramePr>
        <p:xfrm>
          <a:off x="868636" y="4895564"/>
          <a:ext cx="3279821" cy="138088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6" name="Diagramm 5"/>
          <p:cNvGraphicFramePr/>
          <p:nvPr>
            <p:extLst>
              <p:ext uri="{D42A27DB-BD31-4B8C-83A1-F6EECF244321}">
                <p14:modId xmlns:p14="http://schemas.microsoft.com/office/powerpoint/2010/main" val="2647760927"/>
              </p:ext>
            </p:extLst>
          </p:nvPr>
        </p:nvGraphicFramePr>
        <p:xfrm>
          <a:off x="4338572" y="4816302"/>
          <a:ext cx="1648392" cy="146014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7" name="Textfeld 6"/>
          <p:cNvSpPr txBox="1"/>
          <p:nvPr/>
        </p:nvSpPr>
        <p:spPr>
          <a:xfrm>
            <a:off x="842199" y="4393303"/>
            <a:ext cx="4688784" cy="1692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de-CH" sz="1100" dirty="0"/>
              <a:t>Akzentfarben werden automatisch für Diagramme und </a:t>
            </a:r>
            <a:r>
              <a:rPr lang="de-CH" sz="1100" dirty="0" err="1"/>
              <a:t>SmartArts</a:t>
            </a:r>
            <a:r>
              <a:rPr lang="de-CH" sz="1100" dirty="0"/>
              <a:t> verwendet</a:t>
            </a:r>
          </a:p>
        </p:txBody>
      </p:sp>
      <p:graphicFrame>
        <p:nvGraphicFramePr>
          <p:cNvPr id="8" name="Diagramm 7"/>
          <p:cNvGraphicFramePr/>
          <p:nvPr>
            <p:extLst>
              <p:ext uri="{D42A27DB-BD31-4B8C-83A1-F6EECF244321}">
                <p14:modId xmlns:p14="http://schemas.microsoft.com/office/powerpoint/2010/main" val="244093570"/>
              </p:ext>
            </p:extLst>
          </p:nvPr>
        </p:nvGraphicFramePr>
        <p:xfrm>
          <a:off x="9552384" y="4653136"/>
          <a:ext cx="2503190" cy="155848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  <p:graphicFrame>
        <p:nvGraphicFramePr>
          <p:cNvPr id="30" name="Diagramm 29"/>
          <p:cNvGraphicFramePr/>
          <p:nvPr>
            <p:extLst>
              <p:ext uri="{D42A27DB-BD31-4B8C-83A1-F6EECF244321}">
                <p14:modId xmlns:p14="http://schemas.microsoft.com/office/powerpoint/2010/main" val="1256502026"/>
              </p:ext>
            </p:extLst>
          </p:nvPr>
        </p:nvGraphicFramePr>
        <p:xfrm>
          <a:off x="6205037" y="4895564"/>
          <a:ext cx="2900197" cy="138088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0"/>
          </a:graphicData>
        </a:graphic>
      </p:graphicFrame>
    </p:spTree>
    <p:extLst>
      <p:ext uri="{BB962C8B-B14F-4D97-AF65-F5344CB8AC3E}">
        <p14:creationId xmlns:p14="http://schemas.microsoft.com/office/powerpoint/2010/main" val="31831505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F4E402D-8EC9-4253-B7DD-B9F54AA8DF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Kontakt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0ED0EC0-2C8D-4AD5-A83D-E837F3E554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CH" dirty="0"/>
              <a:t>Vorname Name</a:t>
            </a:r>
          </a:p>
          <a:p>
            <a:r>
              <a:rPr lang="de-CH" dirty="0"/>
              <a:t>Funktion</a:t>
            </a:r>
          </a:p>
          <a:p>
            <a:r>
              <a:rPr lang="de-CH" dirty="0"/>
              <a:t>vorname.name@be.ch</a:t>
            </a:r>
          </a:p>
          <a:p>
            <a:r>
              <a:rPr lang="de-CH" dirty="0"/>
              <a:t>+41 31 000 00 00</a:t>
            </a:r>
          </a:p>
          <a:p>
            <a:endParaRPr lang="de-CH" dirty="0"/>
          </a:p>
          <a:p>
            <a:endParaRPr lang="de-CH" sz="1200" dirty="0"/>
          </a:p>
          <a:p>
            <a:r>
              <a:rPr lang="de-CH" sz="1300" dirty="0" err="1"/>
              <a:t>Dok</a:t>
            </a:r>
            <a:r>
              <a:rPr lang="de-CH" sz="1300" dirty="0"/>
              <a:t>.-Nr. XXXXX / </a:t>
            </a:r>
            <a:r>
              <a:rPr lang="de-CH" sz="1300"/>
              <a:t>Aktenzeichen XXXXX</a:t>
            </a:r>
            <a:endParaRPr lang="de-CH" sz="1300" dirty="0"/>
          </a:p>
          <a:p>
            <a:endParaRPr lang="de-CH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14376F6-9AE5-4892-A68C-37898D00CE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B611C-E714-4360-B0F6-AB45B89E7931}" type="datetime4">
              <a:rPr lang="de-CH" smtClean="0"/>
              <a:t>18. Oktober 2026</a:t>
            </a:fld>
            <a:endParaRPr lang="de-CH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7EF77DD-EED5-4FC2-BA47-72972050A0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CH"/>
              <a:t>Klassifizierung: intern / vertraulich / geheim</a:t>
            </a:r>
            <a:endParaRPr lang="de-CH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4C75415-D371-485A-879F-4C0A2DA94D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de-CH" smtClean="0"/>
              <a:pPr/>
              <a:t>19</a:t>
            </a:fld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2262423368"/>
      </p:ext>
    </p:extLst>
  </p:cSld>
  <p:clrMapOvr>
    <a:masterClrMapping/>
  </p:clrMapOvr>
</p:sld>
</file>

<file path=ppt/theme/theme1.xml><?xml version="1.0" encoding="utf-8"?>
<a:theme xmlns:a="http://schemas.openxmlformats.org/drawingml/2006/main" name="Benutzerdefiniertes Design">
  <a:themeElements>
    <a:clrScheme name="Kanton Bern">
      <a:dk1>
        <a:sysClr val="windowText" lastClr="000000"/>
      </a:dk1>
      <a:lt1>
        <a:sysClr val="window" lastClr="FFFFFF"/>
      </a:lt1>
      <a:dk2>
        <a:srgbClr val="63737B"/>
      </a:dk2>
      <a:lt2>
        <a:srgbClr val="B1B9BD"/>
      </a:lt2>
      <a:accent1>
        <a:srgbClr val="3C505A"/>
      </a:accent1>
      <a:accent2>
        <a:srgbClr val="96D7F0"/>
      </a:accent2>
      <a:accent3>
        <a:srgbClr val="A0C7A0"/>
      </a:accent3>
      <a:accent4>
        <a:srgbClr val="E1D2C6"/>
      </a:accent4>
      <a:accent5>
        <a:srgbClr val="644B41"/>
      </a:accent5>
      <a:accent6>
        <a:srgbClr val="EA161F"/>
      </a:accent6>
      <a:hlink>
        <a:srgbClr val="000000"/>
      </a:hlink>
      <a:folHlink>
        <a:srgbClr val="00000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>
          <a:solidFill>
            <a:schemeClr val="accent6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defRPr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Präsentation PowerPoint DE.potx" id="{E35E844B-C969-45C1-85DE-B7ED56A30097}" vid="{9CD5C389-EEA3-4CD9-ADDA-01A292F3BE0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blank</Template>
  <TotalTime>0</TotalTime>
  <Words>702</Words>
  <Application>Microsoft Office PowerPoint</Application>
  <PresentationFormat>Grand écran</PresentationFormat>
  <Paragraphs>186</Paragraphs>
  <Slides>19</Slides>
  <Notes>2</Notes>
  <HiddenSlides>0</HiddenSlides>
  <MMClips>0</MMClips>
  <ScaleCrop>false</ScaleCrop>
  <HeadingPairs>
    <vt:vector size="6" baseType="variant">
      <vt:variant>
        <vt:lpstr>Polices utilisées</vt:lpstr>
      </vt:variant>
      <vt:variant>
        <vt:i4>1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19</vt:i4>
      </vt:variant>
    </vt:vector>
  </HeadingPairs>
  <TitlesOfParts>
    <vt:vector size="21" baseType="lpstr">
      <vt:lpstr>Arial</vt:lpstr>
      <vt:lpstr>Benutzerdefiniertes Design</vt:lpstr>
      <vt:lpstr>Titel (maximal 2 Zeilen)</vt:lpstr>
      <vt:lpstr>Titel (maximal 2 Zeilen)</vt:lpstr>
      <vt:lpstr>Titel (maximal 2 Zeilen)</vt:lpstr>
      <vt:lpstr>Beispiel Kapiteltitel Schwarz</vt:lpstr>
      <vt:lpstr>Beispiel Kapiteltitel Blaugrau</vt:lpstr>
      <vt:lpstr>Beispiel Kapiteltitel Weiss</vt:lpstr>
      <vt:lpstr>Beispiel Kapiteltitel Rot</vt:lpstr>
      <vt:lpstr>Hinweis zum Erstellen von Aufzählungen</vt:lpstr>
      <vt:lpstr>Programm</vt:lpstr>
      <vt:lpstr>Beispielfolie «Titel und Inhalt»</vt:lpstr>
      <vt:lpstr>Beispielfolie «Titel, Untertitel und Inhalt»</vt:lpstr>
      <vt:lpstr>Beispielfolie «Titel, Inhalt und Bild rechts»</vt:lpstr>
      <vt:lpstr>Beispielfolie «Titel, Inhalt und Bild links»</vt:lpstr>
      <vt:lpstr>Tabelle</vt:lpstr>
      <vt:lpstr>Beispielfolie Säulendiagramm</vt:lpstr>
      <vt:lpstr>Beispielfolie Säulendiagramm</vt:lpstr>
      <vt:lpstr>Beispielfolie Kreisdiagramm</vt:lpstr>
      <vt:lpstr>Hinterlegtes Farbkonzept</vt:lpstr>
      <vt:lpstr>Kontakt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Ziegler Joëlle, WEU-AWI-SFBE-BI</dc:creator>
  <dc:description>V02-2022-06-13</dc:description>
  <cp:lastModifiedBy>Ziegler Joëlle, WEU-AWI-SFBE-BI</cp:lastModifiedBy>
  <cp:revision>1</cp:revision>
  <cp:lastPrinted>2018-09-06T06:44:02Z</cp:lastPrinted>
  <dcterms:created xsi:type="dcterms:W3CDTF">2026-10-18T09:02:13Z</dcterms:created>
  <dcterms:modified xsi:type="dcterms:W3CDTF">2026-10-18T09:03:04Z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74fdd986-87d9-48c6-acda-407b1ab5fef0_Enabled">
    <vt:lpwstr>true</vt:lpwstr>
  </property>
  <property fmtid="{D5CDD505-2E9C-101B-9397-08002B2CF9AE}" pid="3" name="MSIP_Label_74fdd986-87d9-48c6-acda-407b1ab5fef0_SetDate">
    <vt:lpwstr>2026-10-18T09:03:03Z</vt:lpwstr>
  </property>
  <property fmtid="{D5CDD505-2E9C-101B-9397-08002B2CF9AE}" pid="4" name="MSIP_Label_74fdd986-87d9-48c6-acda-407b1ab5fef0_Method">
    <vt:lpwstr>Standard</vt:lpwstr>
  </property>
  <property fmtid="{D5CDD505-2E9C-101B-9397-08002B2CF9AE}" pid="5" name="MSIP_Label_74fdd986-87d9-48c6-acda-407b1ab5fef0_Name">
    <vt:lpwstr>NICHT KLASSIFIZIERT</vt:lpwstr>
  </property>
  <property fmtid="{D5CDD505-2E9C-101B-9397-08002B2CF9AE}" pid="6" name="MSIP_Label_74fdd986-87d9-48c6-acda-407b1ab5fef0_SiteId">
    <vt:lpwstr>cb96f99a-a111-42d7-9f65-e111197ba4bb</vt:lpwstr>
  </property>
  <property fmtid="{D5CDD505-2E9C-101B-9397-08002B2CF9AE}" pid="7" name="MSIP_Label_74fdd986-87d9-48c6-acda-407b1ab5fef0_ActionId">
    <vt:lpwstr>106f63c6-80dd-4266-a76a-39bb703d85e2</vt:lpwstr>
  </property>
  <property fmtid="{D5CDD505-2E9C-101B-9397-08002B2CF9AE}" pid="8" name="MSIP_Label_74fdd986-87d9-48c6-acda-407b1ab5fef0_ContentBits">
    <vt:lpwstr>0</vt:lpwstr>
  </property>
  <property fmtid="{D5CDD505-2E9C-101B-9397-08002B2CF9AE}" pid="9" name="MSIP_Label_74fdd986-87d9-48c6-acda-407b1ab5fef0_Tag">
    <vt:lpwstr>10, 3, 0, 1</vt:lpwstr>
  </property>
</Properties>
</file>